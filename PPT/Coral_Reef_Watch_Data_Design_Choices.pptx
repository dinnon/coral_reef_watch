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5"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068" autoAdjust="0"/>
  </p:normalViewPr>
  <p:slideViewPr>
    <p:cSldViewPr snapToGrid="0">
      <p:cViewPr varScale="1">
        <p:scale>
          <a:sx n="79" d="100"/>
          <a:sy n="79" d="100"/>
        </p:scale>
        <p:origin x="96"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roundedCorners val="1"/>
  <c:style val="2"/>
  <c:chart>
    <c:title>
      <c:tx>
        <c:rich>
          <a:bodyPr/>
          <a:lstStyle/>
          <a:p>
            <a:r>
              <a:rPr lang="en-US" sz="1650" b="1">
                <a:solidFill>
                  <a:srgbClr val="183A4C"/>
                </a:solidFill>
                <a:latin typeface="DejaVu Sans"/>
                <a:ea typeface="DejaVu Sans"/>
                <a:cs typeface="DejaVu Sans"/>
              </a:rPr>
              <a:t>Flower Garden Banks regional SST</a:t>
            </a:r>
          </a:p>
        </c:rich>
      </c:tx>
      <c:layout/>
      <c:overlay val="0"/>
    </c:title>
    <c:autoTitleDeleted val="0"/>
    <c:plotArea>
      <c:layout/>
      <c:scatterChart>
        <c:scatterStyle val="lineMarker"/>
        <c:varyColors val="0"/>
        <c:ser>
          <c:idx val="0"/>
          <c:order val="0"/>
          <c:tx>
            <c:v>Monthly mean of daily SST@90th_HS</c:v>
          </c:tx>
          <c:spPr>
            <a:ln w="14288">
              <a:solidFill>
                <a:srgbClr val="007F86"/>
              </a:solidFill>
              <a:prstDash val="solid"/>
            </a:ln>
          </c:spPr>
          <c:marker>
            <c:symbol val="none"/>
          </c:marker>
          <c:xVal>
            <c:numRef>
              <c:f>'Chart Data'!$A$2:$A$502</c:f>
              <c:numCache>
                <c:formatCode>General</c:formatCode>
                <c:ptCount val="501"/>
                <c:pt idx="0">
                  <c:v>1985</c:v>
                </c:pt>
                <c:pt idx="1">
                  <c:v>1985.083333</c:v>
                </c:pt>
                <c:pt idx="2">
                  <c:v>1985.166667</c:v>
                </c:pt>
                <c:pt idx="3">
                  <c:v>1985.25</c:v>
                </c:pt>
                <c:pt idx="4">
                  <c:v>1985.333333</c:v>
                </c:pt>
                <c:pt idx="5">
                  <c:v>1985.416667</c:v>
                </c:pt>
                <c:pt idx="6">
                  <c:v>1985.5</c:v>
                </c:pt>
                <c:pt idx="7">
                  <c:v>1985.583333</c:v>
                </c:pt>
                <c:pt idx="8">
                  <c:v>1985.666667</c:v>
                </c:pt>
                <c:pt idx="9">
                  <c:v>1985.75</c:v>
                </c:pt>
                <c:pt idx="10">
                  <c:v>1985.833333</c:v>
                </c:pt>
                <c:pt idx="11">
                  <c:v>1985.916667</c:v>
                </c:pt>
                <c:pt idx="12">
                  <c:v>1986</c:v>
                </c:pt>
                <c:pt idx="13">
                  <c:v>1986.083333</c:v>
                </c:pt>
                <c:pt idx="14">
                  <c:v>1986.166667</c:v>
                </c:pt>
                <c:pt idx="15">
                  <c:v>1986.25</c:v>
                </c:pt>
                <c:pt idx="16">
                  <c:v>1986.333333</c:v>
                </c:pt>
                <c:pt idx="17">
                  <c:v>1986.416667</c:v>
                </c:pt>
                <c:pt idx="18">
                  <c:v>1986.5</c:v>
                </c:pt>
                <c:pt idx="19">
                  <c:v>1986.583333</c:v>
                </c:pt>
                <c:pt idx="20">
                  <c:v>1986.666667</c:v>
                </c:pt>
                <c:pt idx="21">
                  <c:v>1986.75</c:v>
                </c:pt>
                <c:pt idx="22">
                  <c:v>1986.833333</c:v>
                </c:pt>
                <c:pt idx="23">
                  <c:v>1986.916667</c:v>
                </c:pt>
                <c:pt idx="24">
                  <c:v>1987</c:v>
                </c:pt>
                <c:pt idx="25">
                  <c:v>1987.083333</c:v>
                </c:pt>
                <c:pt idx="26">
                  <c:v>1987.166667</c:v>
                </c:pt>
                <c:pt idx="27">
                  <c:v>1987.25</c:v>
                </c:pt>
                <c:pt idx="28">
                  <c:v>1987.333333</c:v>
                </c:pt>
                <c:pt idx="29">
                  <c:v>1987.416667</c:v>
                </c:pt>
                <c:pt idx="30">
                  <c:v>1987.5</c:v>
                </c:pt>
                <c:pt idx="31">
                  <c:v>1987.583333</c:v>
                </c:pt>
                <c:pt idx="32">
                  <c:v>1987.666667</c:v>
                </c:pt>
                <c:pt idx="33">
                  <c:v>1987.75</c:v>
                </c:pt>
                <c:pt idx="34">
                  <c:v>1987.833333</c:v>
                </c:pt>
                <c:pt idx="35">
                  <c:v>1987.916667</c:v>
                </c:pt>
                <c:pt idx="36">
                  <c:v>1988</c:v>
                </c:pt>
                <c:pt idx="37">
                  <c:v>1988.083333</c:v>
                </c:pt>
                <c:pt idx="38">
                  <c:v>1988.166667</c:v>
                </c:pt>
                <c:pt idx="39">
                  <c:v>1988.25</c:v>
                </c:pt>
                <c:pt idx="40">
                  <c:v>1988.333333</c:v>
                </c:pt>
                <c:pt idx="41">
                  <c:v>1988.416667</c:v>
                </c:pt>
                <c:pt idx="42">
                  <c:v>1988.5</c:v>
                </c:pt>
                <c:pt idx="43">
                  <c:v>1988.583333</c:v>
                </c:pt>
                <c:pt idx="44">
                  <c:v>1988.666667</c:v>
                </c:pt>
                <c:pt idx="45">
                  <c:v>1988.75</c:v>
                </c:pt>
                <c:pt idx="46">
                  <c:v>1988.833333</c:v>
                </c:pt>
                <c:pt idx="47">
                  <c:v>1988.916667</c:v>
                </c:pt>
                <c:pt idx="48">
                  <c:v>1989</c:v>
                </c:pt>
                <c:pt idx="49">
                  <c:v>1989.083333</c:v>
                </c:pt>
                <c:pt idx="50">
                  <c:v>1989.166667</c:v>
                </c:pt>
                <c:pt idx="51">
                  <c:v>1989.25</c:v>
                </c:pt>
                <c:pt idx="52">
                  <c:v>1989.333333</c:v>
                </c:pt>
                <c:pt idx="53">
                  <c:v>1989.416667</c:v>
                </c:pt>
                <c:pt idx="54">
                  <c:v>1989.5</c:v>
                </c:pt>
                <c:pt idx="55">
                  <c:v>1989.583333</c:v>
                </c:pt>
                <c:pt idx="56">
                  <c:v>1989.666667</c:v>
                </c:pt>
                <c:pt idx="57">
                  <c:v>1989.75</c:v>
                </c:pt>
                <c:pt idx="58">
                  <c:v>1989.833333</c:v>
                </c:pt>
                <c:pt idx="59">
                  <c:v>1989.916667</c:v>
                </c:pt>
                <c:pt idx="60">
                  <c:v>1990</c:v>
                </c:pt>
                <c:pt idx="61">
                  <c:v>1990.083333</c:v>
                </c:pt>
                <c:pt idx="62">
                  <c:v>1990.166667</c:v>
                </c:pt>
                <c:pt idx="63">
                  <c:v>1990.25</c:v>
                </c:pt>
                <c:pt idx="64">
                  <c:v>1990.333333</c:v>
                </c:pt>
                <c:pt idx="65">
                  <c:v>1990.416667</c:v>
                </c:pt>
                <c:pt idx="66">
                  <c:v>1990.5</c:v>
                </c:pt>
                <c:pt idx="67">
                  <c:v>1990.583333</c:v>
                </c:pt>
                <c:pt idx="68">
                  <c:v>1990.666667</c:v>
                </c:pt>
                <c:pt idx="69">
                  <c:v>1990.75</c:v>
                </c:pt>
                <c:pt idx="70">
                  <c:v>1990.833333</c:v>
                </c:pt>
                <c:pt idx="71">
                  <c:v>1990.916667</c:v>
                </c:pt>
                <c:pt idx="72">
                  <c:v>1991</c:v>
                </c:pt>
                <c:pt idx="73">
                  <c:v>1991.083333</c:v>
                </c:pt>
                <c:pt idx="74">
                  <c:v>1991.166667</c:v>
                </c:pt>
                <c:pt idx="75">
                  <c:v>1991.25</c:v>
                </c:pt>
                <c:pt idx="76">
                  <c:v>1991.333333</c:v>
                </c:pt>
                <c:pt idx="77">
                  <c:v>1991.416667</c:v>
                </c:pt>
                <c:pt idx="78">
                  <c:v>1991.5</c:v>
                </c:pt>
                <c:pt idx="79">
                  <c:v>1991.583333</c:v>
                </c:pt>
                <c:pt idx="80">
                  <c:v>1991.666667</c:v>
                </c:pt>
                <c:pt idx="81">
                  <c:v>1991.75</c:v>
                </c:pt>
                <c:pt idx="82">
                  <c:v>1991.833333</c:v>
                </c:pt>
                <c:pt idx="83">
                  <c:v>1991.916667</c:v>
                </c:pt>
                <c:pt idx="84">
                  <c:v>1992</c:v>
                </c:pt>
                <c:pt idx="85">
                  <c:v>1992.083333</c:v>
                </c:pt>
                <c:pt idx="86">
                  <c:v>1992.166667</c:v>
                </c:pt>
                <c:pt idx="87">
                  <c:v>1992.25</c:v>
                </c:pt>
                <c:pt idx="88">
                  <c:v>1992.333333</c:v>
                </c:pt>
                <c:pt idx="89">
                  <c:v>1992.416667</c:v>
                </c:pt>
                <c:pt idx="90">
                  <c:v>1992.5</c:v>
                </c:pt>
                <c:pt idx="91">
                  <c:v>1992.583333</c:v>
                </c:pt>
                <c:pt idx="92">
                  <c:v>1992.666667</c:v>
                </c:pt>
                <c:pt idx="93">
                  <c:v>1992.75</c:v>
                </c:pt>
                <c:pt idx="94">
                  <c:v>1992.833333</c:v>
                </c:pt>
                <c:pt idx="95">
                  <c:v>1992.916667</c:v>
                </c:pt>
                <c:pt idx="96">
                  <c:v>1993</c:v>
                </c:pt>
                <c:pt idx="97">
                  <c:v>1993.083333</c:v>
                </c:pt>
                <c:pt idx="98">
                  <c:v>1993.166667</c:v>
                </c:pt>
                <c:pt idx="99">
                  <c:v>1993.25</c:v>
                </c:pt>
                <c:pt idx="100">
                  <c:v>1993.333333</c:v>
                </c:pt>
                <c:pt idx="101">
                  <c:v>1993.416667</c:v>
                </c:pt>
                <c:pt idx="102">
                  <c:v>1993.5</c:v>
                </c:pt>
                <c:pt idx="103">
                  <c:v>1993.583333</c:v>
                </c:pt>
                <c:pt idx="104">
                  <c:v>1993.666667</c:v>
                </c:pt>
                <c:pt idx="105">
                  <c:v>1993.75</c:v>
                </c:pt>
                <c:pt idx="106">
                  <c:v>1993.833333</c:v>
                </c:pt>
                <c:pt idx="107">
                  <c:v>1993.916667</c:v>
                </c:pt>
                <c:pt idx="108">
                  <c:v>1994</c:v>
                </c:pt>
                <c:pt idx="109">
                  <c:v>1994.083333</c:v>
                </c:pt>
                <c:pt idx="110">
                  <c:v>1994.166667</c:v>
                </c:pt>
                <c:pt idx="111">
                  <c:v>1994.25</c:v>
                </c:pt>
                <c:pt idx="112">
                  <c:v>1994.333333</c:v>
                </c:pt>
                <c:pt idx="113">
                  <c:v>1994.416667</c:v>
                </c:pt>
                <c:pt idx="114">
                  <c:v>1994.5</c:v>
                </c:pt>
                <c:pt idx="115">
                  <c:v>1994.583333</c:v>
                </c:pt>
                <c:pt idx="116">
                  <c:v>1994.666667</c:v>
                </c:pt>
                <c:pt idx="117">
                  <c:v>1994.75</c:v>
                </c:pt>
                <c:pt idx="118">
                  <c:v>1994.833333</c:v>
                </c:pt>
                <c:pt idx="119">
                  <c:v>1994.916667</c:v>
                </c:pt>
                <c:pt idx="120">
                  <c:v>1995</c:v>
                </c:pt>
                <c:pt idx="121">
                  <c:v>1995.083333</c:v>
                </c:pt>
                <c:pt idx="122">
                  <c:v>1995.166667</c:v>
                </c:pt>
                <c:pt idx="123">
                  <c:v>1995.25</c:v>
                </c:pt>
                <c:pt idx="124">
                  <c:v>1995.333333</c:v>
                </c:pt>
                <c:pt idx="125">
                  <c:v>1995.416667</c:v>
                </c:pt>
                <c:pt idx="126">
                  <c:v>1995.5</c:v>
                </c:pt>
                <c:pt idx="127">
                  <c:v>1995.583333</c:v>
                </c:pt>
                <c:pt idx="128">
                  <c:v>1995.666667</c:v>
                </c:pt>
                <c:pt idx="129">
                  <c:v>1995.75</c:v>
                </c:pt>
                <c:pt idx="130">
                  <c:v>1995.833333</c:v>
                </c:pt>
                <c:pt idx="131">
                  <c:v>1995.916667</c:v>
                </c:pt>
                <c:pt idx="132">
                  <c:v>1996</c:v>
                </c:pt>
                <c:pt idx="133">
                  <c:v>1996.083333</c:v>
                </c:pt>
                <c:pt idx="134">
                  <c:v>1996.166667</c:v>
                </c:pt>
                <c:pt idx="135">
                  <c:v>1996.25</c:v>
                </c:pt>
                <c:pt idx="136">
                  <c:v>1996.333333</c:v>
                </c:pt>
                <c:pt idx="137">
                  <c:v>1996.416667</c:v>
                </c:pt>
                <c:pt idx="138">
                  <c:v>1996.5</c:v>
                </c:pt>
                <c:pt idx="139">
                  <c:v>1996.583333</c:v>
                </c:pt>
                <c:pt idx="140">
                  <c:v>1996.666667</c:v>
                </c:pt>
                <c:pt idx="141">
                  <c:v>1996.75</c:v>
                </c:pt>
                <c:pt idx="142">
                  <c:v>1996.833333</c:v>
                </c:pt>
                <c:pt idx="143">
                  <c:v>1996.916667</c:v>
                </c:pt>
                <c:pt idx="144">
                  <c:v>1997</c:v>
                </c:pt>
                <c:pt idx="145">
                  <c:v>1997.083333</c:v>
                </c:pt>
                <c:pt idx="146">
                  <c:v>1997.166667</c:v>
                </c:pt>
                <c:pt idx="147">
                  <c:v>1997.25</c:v>
                </c:pt>
                <c:pt idx="148">
                  <c:v>1997.333333</c:v>
                </c:pt>
                <c:pt idx="149">
                  <c:v>1997.416667</c:v>
                </c:pt>
                <c:pt idx="150">
                  <c:v>1997.5</c:v>
                </c:pt>
                <c:pt idx="151">
                  <c:v>1997.583333</c:v>
                </c:pt>
                <c:pt idx="152">
                  <c:v>1997.666667</c:v>
                </c:pt>
                <c:pt idx="153">
                  <c:v>1997.75</c:v>
                </c:pt>
                <c:pt idx="154">
                  <c:v>1997.833333</c:v>
                </c:pt>
                <c:pt idx="155">
                  <c:v>1997.916667</c:v>
                </c:pt>
                <c:pt idx="156">
                  <c:v>1998</c:v>
                </c:pt>
                <c:pt idx="157">
                  <c:v>1998.083333</c:v>
                </c:pt>
                <c:pt idx="158">
                  <c:v>1998.166667</c:v>
                </c:pt>
                <c:pt idx="159">
                  <c:v>1998.25</c:v>
                </c:pt>
                <c:pt idx="160">
                  <c:v>1998.333333</c:v>
                </c:pt>
                <c:pt idx="161">
                  <c:v>1998.416667</c:v>
                </c:pt>
                <c:pt idx="162">
                  <c:v>1998.5</c:v>
                </c:pt>
                <c:pt idx="163">
                  <c:v>1998.583333</c:v>
                </c:pt>
                <c:pt idx="164">
                  <c:v>1998.666667</c:v>
                </c:pt>
                <c:pt idx="165">
                  <c:v>1998.75</c:v>
                </c:pt>
                <c:pt idx="166">
                  <c:v>1998.833333</c:v>
                </c:pt>
                <c:pt idx="167">
                  <c:v>1998.916667</c:v>
                </c:pt>
                <c:pt idx="168">
                  <c:v>1999</c:v>
                </c:pt>
                <c:pt idx="169">
                  <c:v>1999.083333</c:v>
                </c:pt>
                <c:pt idx="170">
                  <c:v>1999.166667</c:v>
                </c:pt>
                <c:pt idx="171">
                  <c:v>1999.25</c:v>
                </c:pt>
                <c:pt idx="172">
                  <c:v>1999.333333</c:v>
                </c:pt>
                <c:pt idx="173">
                  <c:v>1999.416667</c:v>
                </c:pt>
                <c:pt idx="174">
                  <c:v>1999.5</c:v>
                </c:pt>
                <c:pt idx="175">
                  <c:v>1999.583333</c:v>
                </c:pt>
                <c:pt idx="176">
                  <c:v>1999.666667</c:v>
                </c:pt>
                <c:pt idx="177">
                  <c:v>1999.75</c:v>
                </c:pt>
                <c:pt idx="178">
                  <c:v>1999.833333</c:v>
                </c:pt>
                <c:pt idx="179">
                  <c:v>1999.916667</c:v>
                </c:pt>
                <c:pt idx="180">
                  <c:v>2000</c:v>
                </c:pt>
                <c:pt idx="181">
                  <c:v>2000.083333</c:v>
                </c:pt>
                <c:pt idx="182">
                  <c:v>2000.166667</c:v>
                </c:pt>
                <c:pt idx="183">
                  <c:v>2000.25</c:v>
                </c:pt>
                <c:pt idx="184">
                  <c:v>2000.333333</c:v>
                </c:pt>
                <c:pt idx="185">
                  <c:v>2000.416667</c:v>
                </c:pt>
                <c:pt idx="186">
                  <c:v>2000.5</c:v>
                </c:pt>
                <c:pt idx="187">
                  <c:v>2000.583333</c:v>
                </c:pt>
                <c:pt idx="188">
                  <c:v>2000.666667</c:v>
                </c:pt>
                <c:pt idx="189">
                  <c:v>2000.75</c:v>
                </c:pt>
                <c:pt idx="190">
                  <c:v>2000.833333</c:v>
                </c:pt>
                <c:pt idx="191">
                  <c:v>2000.916667</c:v>
                </c:pt>
                <c:pt idx="192">
                  <c:v>2001</c:v>
                </c:pt>
                <c:pt idx="193">
                  <c:v>2001.083333</c:v>
                </c:pt>
                <c:pt idx="194">
                  <c:v>2001.166667</c:v>
                </c:pt>
                <c:pt idx="195">
                  <c:v>2001.25</c:v>
                </c:pt>
                <c:pt idx="196">
                  <c:v>2001.333333</c:v>
                </c:pt>
                <c:pt idx="197">
                  <c:v>2001.416667</c:v>
                </c:pt>
                <c:pt idx="198">
                  <c:v>2001.5</c:v>
                </c:pt>
                <c:pt idx="199">
                  <c:v>2001.583333</c:v>
                </c:pt>
                <c:pt idx="200">
                  <c:v>2001.666667</c:v>
                </c:pt>
                <c:pt idx="201">
                  <c:v>2001.75</c:v>
                </c:pt>
                <c:pt idx="202">
                  <c:v>2001.833333</c:v>
                </c:pt>
                <c:pt idx="203">
                  <c:v>2001.916667</c:v>
                </c:pt>
                <c:pt idx="204">
                  <c:v>2002</c:v>
                </c:pt>
                <c:pt idx="205">
                  <c:v>2002.083333</c:v>
                </c:pt>
                <c:pt idx="206">
                  <c:v>2002.166667</c:v>
                </c:pt>
                <c:pt idx="207">
                  <c:v>2002.25</c:v>
                </c:pt>
                <c:pt idx="208">
                  <c:v>2002.333333</c:v>
                </c:pt>
                <c:pt idx="209">
                  <c:v>2002.416667</c:v>
                </c:pt>
                <c:pt idx="210">
                  <c:v>2002.5</c:v>
                </c:pt>
                <c:pt idx="211">
                  <c:v>2002.583333</c:v>
                </c:pt>
                <c:pt idx="212">
                  <c:v>2002.666667</c:v>
                </c:pt>
                <c:pt idx="213">
                  <c:v>2002.75</c:v>
                </c:pt>
                <c:pt idx="214">
                  <c:v>2002.833333</c:v>
                </c:pt>
                <c:pt idx="215">
                  <c:v>2002.916667</c:v>
                </c:pt>
                <c:pt idx="216">
                  <c:v>2003</c:v>
                </c:pt>
                <c:pt idx="217">
                  <c:v>2003.083333</c:v>
                </c:pt>
                <c:pt idx="218">
                  <c:v>2003.166667</c:v>
                </c:pt>
                <c:pt idx="219">
                  <c:v>2003.25</c:v>
                </c:pt>
                <c:pt idx="220">
                  <c:v>2003.333333</c:v>
                </c:pt>
                <c:pt idx="221">
                  <c:v>2003.416667</c:v>
                </c:pt>
                <c:pt idx="222">
                  <c:v>2003.5</c:v>
                </c:pt>
                <c:pt idx="223">
                  <c:v>2003.583333</c:v>
                </c:pt>
                <c:pt idx="224">
                  <c:v>2003.666667</c:v>
                </c:pt>
                <c:pt idx="225">
                  <c:v>2003.75</c:v>
                </c:pt>
                <c:pt idx="226">
                  <c:v>2003.833333</c:v>
                </c:pt>
                <c:pt idx="227">
                  <c:v>2003.916667</c:v>
                </c:pt>
                <c:pt idx="228">
                  <c:v>2004</c:v>
                </c:pt>
                <c:pt idx="229">
                  <c:v>2004.083333</c:v>
                </c:pt>
                <c:pt idx="230">
                  <c:v>2004.166667</c:v>
                </c:pt>
                <c:pt idx="231">
                  <c:v>2004.25</c:v>
                </c:pt>
                <c:pt idx="232">
                  <c:v>2004.333333</c:v>
                </c:pt>
                <c:pt idx="233">
                  <c:v>2004.416667</c:v>
                </c:pt>
                <c:pt idx="234">
                  <c:v>2004.5</c:v>
                </c:pt>
                <c:pt idx="235">
                  <c:v>2004.583333</c:v>
                </c:pt>
                <c:pt idx="236">
                  <c:v>2004.666667</c:v>
                </c:pt>
                <c:pt idx="237">
                  <c:v>2004.75</c:v>
                </c:pt>
                <c:pt idx="238">
                  <c:v>2004.833333</c:v>
                </c:pt>
                <c:pt idx="239">
                  <c:v>2004.916667</c:v>
                </c:pt>
                <c:pt idx="240">
                  <c:v>2005</c:v>
                </c:pt>
                <c:pt idx="241">
                  <c:v>2005.083333</c:v>
                </c:pt>
                <c:pt idx="242">
                  <c:v>2005.166667</c:v>
                </c:pt>
                <c:pt idx="243">
                  <c:v>2005.25</c:v>
                </c:pt>
                <c:pt idx="244">
                  <c:v>2005.333333</c:v>
                </c:pt>
                <c:pt idx="245">
                  <c:v>2005.416667</c:v>
                </c:pt>
                <c:pt idx="246">
                  <c:v>2005.5</c:v>
                </c:pt>
                <c:pt idx="247">
                  <c:v>2005.583333</c:v>
                </c:pt>
                <c:pt idx="248">
                  <c:v>2005.666667</c:v>
                </c:pt>
                <c:pt idx="249">
                  <c:v>2005.75</c:v>
                </c:pt>
                <c:pt idx="250">
                  <c:v>2005.833333</c:v>
                </c:pt>
                <c:pt idx="251">
                  <c:v>2005.916667</c:v>
                </c:pt>
                <c:pt idx="252">
                  <c:v>2006</c:v>
                </c:pt>
                <c:pt idx="253">
                  <c:v>2006.083333</c:v>
                </c:pt>
                <c:pt idx="254">
                  <c:v>2006.166667</c:v>
                </c:pt>
                <c:pt idx="255">
                  <c:v>2006.25</c:v>
                </c:pt>
                <c:pt idx="256">
                  <c:v>2006.333333</c:v>
                </c:pt>
                <c:pt idx="257">
                  <c:v>2006.416667</c:v>
                </c:pt>
                <c:pt idx="258">
                  <c:v>2006.5</c:v>
                </c:pt>
                <c:pt idx="259">
                  <c:v>2006.583333</c:v>
                </c:pt>
                <c:pt idx="260">
                  <c:v>2006.666667</c:v>
                </c:pt>
                <c:pt idx="261">
                  <c:v>2006.75</c:v>
                </c:pt>
                <c:pt idx="262">
                  <c:v>2006.833333</c:v>
                </c:pt>
                <c:pt idx="263">
                  <c:v>2006.916667</c:v>
                </c:pt>
                <c:pt idx="264">
                  <c:v>2007</c:v>
                </c:pt>
                <c:pt idx="265">
                  <c:v>2007.083333</c:v>
                </c:pt>
                <c:pt idx="266">
                  <c:v>2007.166667</c:v>
                </c:pt>
                <c:pt idx="267">
                  <c:v>2007.25</c:v>
                </c:pt>
                <c:pt idx="268">
                  <c:v>2007.333333</c:v>
                </c:pt>
                <c:pt idx="269">
                  <c:v>2007.416667</c:v>
                </c:pt>
                <c:pt idx="270">
                  <c:v>2007.5</c:v>
                </c:pt>
                <c:pt idx="271">
                  <c:v>2007.583333</c:v>
                </c:pt>
                <c:pt idx="272">
                  <c:v>2007.666667</c:v>
                </c:pt>
                <c:pt idx="273">
                  <c:v>2007.75</c:v>
                </c:pt>
                <c:pt idx="274">
                  <c:v>2007.833333</c:v>
                </c:pt>
                <c:pt idx="275">
                  <c:v>2007.916667</c:v>
                </c:pt>
                <c:pt idx="276">
                  <c:v>2008</c:v>
                </c:pt>
                <c:pt idx="277">
                  <c:v>2008.083333</c:v>
                </c:pt>
                <c:pt idx="278">
                  <c:v>2008.166667</c:v>
                </c:pt>
                <c:pt idx="279">
                  <c:v>2008.25</c:v>
                </c:pt>
                <c:pt idx="280">
                  <c:v>2008.333333</c:v>
                </c:pt>
                <c:pt idx="281">
                  <c:v>2008.416667</c:v>
                </c:pt>
                <c:pt idx="282">
                  <c:v>2008.5</c:v>
                </c:pt>
                <c:pt idx="283">
                  <c:v>2008.583333</c:v>
                </c:pt>
                <c:pt idx="284">
                  <c:v>2008.666667</c:v>
                </c:pt>
                <c:pt idx="285">
                  <c:v>2008.75</c:v>
                </c:pt>
                <c:pt idx="286">
                  <c:v>2008.833333</c:v>
                </c:pt>
                <c:pt idx="287">
                  <c:v>2008.916667</c:v>
                </c:pt>
                <c:pt idx="288">
                  <c:v>2009</c:v>
                </c:pt>
                <c:pt idx="289">
                  <c:v>2009.083333</c:v>
                </c:pt>
                <c:pt idx="290">
                  <c:v>2009.166667</c:v>
                </c:pt>
                <c:pt idx="291">
                  <c:v>2009.25</c:v>
                </c:pt>
                <c:pt idx="292">
                  <c:v>2009.333333</c:v>
                </c:pt>
                <c:pt idx="293">
                  <c:v>2009.416667</c:v>
                </c:pt>
                <c:pt idx="294">
                  <c:v>2009.5</c:v>
                </c:pt>
                <c:pt idx="295">
                  <c:v>2009.583333</c:v>
                </c:pt>
                <c:pt idx="296">
                  <c:v>2009.666667</c:v>
                </c:pt>
                <c:pt idx="297">
                  <c:v>2009.75</c:v>
                </c:pt>
                <c:pt idx="298">
                  <c:v>2009.833333</c:v>
                </c:pt>
                <c:pt idx="299">
                  <c:v>2009.916667</c:v>
                </c:pt>
                <c:pt idx="300">
                  <c:v>2010</c:v>
                </c:pt>
                <c:pt idx="301">
                  <c:v>2010.083333</c:v>
                </c:pt>
                <c:pt idx="302">
                  <c:v>2010.166667</c:v>
                </c:pt>
                <c:pt idx="303">
                  <c:v>2010.25</c:v>
                </c:pt>
                <c:pt idx="304">
                  <c:v>2010.333333</c:v>
                </c:pt>
                <c:pt idx="305">
                  <c:v>2010.416667</c:v>
                </c:pt>
                <c:pt idx="306">
                  <c:v>2010.5</c:v>
                </c:pt>
                <c:pt idx="307">
                  <c:v>2010.583333</c:v>
                </c:pt>
                <c:pt idx="308">
                  <c:v>2010.666667</c:v>
                </c:pt>
                <c:pt idx="309">
                  <c:v>2010.75</c:v>
                </c:pt>
                <c:pt idx="310">
                  <c:v>2010.833333</c:v>
                </c:pt>
                <c:pt idx="311">
                  <c:v>2010.916667</c:v>
                </c:pt>
                <c:pt idx="312">
                  <c:v>2011</c:v>
                </c:pt>
                <c:pt idx="313">
                  <c:v>2011.083333</c:v>
                </c:pt>
                <c:pt idx="314">
                  <c:v>2011.166667</c:v>
                </c:pt>
                <c:pt idx="315">
                  <c:v>2011.25</c:v>
                </c:pt>
                <c:pt idx="316">
                  <c:v>2011.333333</c:v>
                </c:pt>
                <c:pt idx="317">
                  <c:v>2011.416667</c:v>
                </c:pt>
                <c:pt idx="318">
                  <c:v>2011.5</c:v>
                </c:pt>
                <c:pt idx="319">
                  <c:v>2011.583333</c:v>
                </c:pt>
                <c:pt idx="320">
                  <c:v>2011.666667</c:v>
                </c:pt>
                <c:pt idx="321">
                  <c:v>2011.75</c:v>
                </c:pt>
                <c:pt idx="322">
                  <c:v>2011.833333</c:v>
                </c:pt>
                <c:pt idx="323">
                  <c:v>2011.916667</c:v>
                </c:pt>
                <c:pt idx="324">
                  <c:v>2012</c:v>
                </c:pt>
                <c:pt idx="325">
                  <c:v>2012.083333</c:v>
                </c:pt>
                <c:pt idx="326">
                  <c:v>2012.166667</c:v>
                </c:pt>
                <c:pt idx="327">
                  <c:v>2012.25</c:v>
                </c:pt>
                <c:pt idx="328">
                  <c:v>2012.333333</c:v>
                </c:pt>
                <c:pt idx="329">
                  <c:v>2012.416667</c:v>
                </c:pt>
                <c:pt idx="330">
                  <c:v>2012.5</c:v>
                </c:pt>
                <c:pt idx="331">
                  <c:v>2012.583333</c:v>
                </c:pt>
                <c:pt idx="332">
                  <c:v>2012.666667</c:v>
                </c:pt>
                <c:pt idx="333">
                  <c:v>2012.75</c:v>
                </c:pt>
                <c:pt idx="334">
                  <c:v>2012.833333</c:v>
                </c:pt>
                <c:pt idx="335">
                  <c:v>2012.916667</c:v>
                </c:pt>
                <c:pt idx="336">
                  <c:v>2013</c:v>
                </c:pt>
                <c:pt idx="337">
                  <c:v>2013.083333</c:v>
                </c:pt>
                <c:pt idx="338">
                  <c:v>2013.166667</c:v>
                </c:pt>
                <c:pt idx="339">
                  <c:v>2013.25</c:v>
                </c:pt>
                <c:pt idx="340">
                  <c:v>2013.333333</c:v>
                </c:pt>
                <c:pt idx="341">
                  <c:v>2013.416667</c:v>
                </c:pt>
                <c:pt idx="342">
                  <c:v>2013.5</c:v>
                </c:pt>
                <c:pt idx="343">
                  <c:v>2013.583333</c:v>
                </c:pt>
                <c:pt idx="344">
                  <c:v>2013.666667</c:v>
                </c:pt>
                <c:pt idx="345">
                  <c:v>2013.75</c:v>
                </c:pt>
                <c:pt idx="346">
                  <c:v>2013.833333</c:v>
                </c:pt>
                <c:pt idx="347">
                  <c:v>2013.916667</c:v>
                </c:pt>
                <c:pt idx="348">
                  <c:v>2014</c:v>
                </c:pt>
                <c:pt idx="349">
                  <c:v>2014.083333</c:v>
                </c:pt>
                <c:pt idx="350">
                  <c:v>2014.166667</c:v>
                </c:pt>
                <c:pt idx="351">
                  <c:v>2014.25</c:v>
                </c:pt>
                <c:pt idx="352">
                  <c:v>2014.333333</c:v>
                </c:pt>
                <c:pt idx="353">
                  <c:v>2014.416667</c:v>
                </c:pt>
                <c:pt idx="354">
                  <c:v>2014.5</c:v>
                </c:pt>
                <c:pt idx="355">
                  <c:v>2014.583333</c:v>
                </c:pt>
                <c:pt idx="356">
                  <c:v>2014.666667</c:v>
                </c:pt>
                <c:pt idx="357">
                  <c:v>2014.75</c:v>
                </c:pt>
                <c:pt idx="358">
                  <c:v>2014.833333</c:v>
                </c:pt>
                <c:pt idx="359">
                  <c:v>2014.916667</c:v>
                </c:pt>
                <c:pt idx="360">
                  <c:v>2015</c:v>
                </c:pt>
                <c:pt idx="361">
                  <c:v>2015.083333</c:v>
                </c:pt>
                <c:pt idx="362">
                  <c:v>2015.166667</c:v>
                </c:pt>
                <c:pt idx="363">
                  <c:v>2015.25</c:v>
                </c:pt>
                <c:pt idx="364">
                  <c:v>2015.333333</c:v>
                </c:pt>
                <c:pt idx="365">
                  <c:v>2015.416667</c:v>
                </c:pt>
                <c:pt idx="366">
                  <c:v>2015.5</c:v>
                </c:pt>
                <c:pt idx="367">
                  <c:v>2015.583333</c:v>
                </c:pt>
                <c:pt idx="368">
                  <c:v>2015.666667</c:v>
                </c:pt>
                <c:pt idx="369">
                  <c:v>2015.75</c:v>
                </c:pt>
                <c:pt idx="370">
                  <c:v>2015.833333</c:v>
                </c:pt>
                <c:pt idx="371">
                  <c:v>2015.916667</c:v>
                </c:pt>
                <c:pt idx="372">
                  <c:v>2016</c:v>
                </c:pt>
                <c:pt idx="373">
                  <c:v>2016.083333</c:v>
                </c:pt>
                <c:pt idx="374">
                  <c:v>2016.166667</c:v>
                </c:pt>
                <c:pt idx="375">
                  <c:v>2016.25</c:v>
                </c:pt>
                <c:pt idx="376">
                  <c:v>2016.333333</c:v>
                </c:pt>
                <c:pt idx="377">
                  <c:v>2016.416667</c:v>
                </c:pt>
                <c:pt idx="378">
                  <c:v>2016.5</c:v>
                </c:pt>
                <c:pt idx="379">
                  <c:v>2016.583333</c:v>
                </c:pt>
                <c:pt idx="380">
                  <c:v>2016.666667</c:v>
                </c:pt>
                <c:pt idx="381">
                  <c:v>2016.75</c:v>
                </c:pt>
                <c:pt idx="382">
                  <c:v>2016.833333</c:v>
                </c:pt>
                <c:pt idx="383">
                  <c:v>2016.916667</c:v>
                </c:pt>
                <c:pt idx="384">
                  <c:v>2017</c:v>
                </c:pt>
                <c:pt idx="385">
                  <c:v>2017.083333</c:v>
                </c:pt>
                <c:pt idx="386">
                  <c:v>2017.166667</c:v>
                </c:pt>
                <c:pt idx="387">
                  <c:v>2017.25</c:v>
                </c:pt>
                <c:pt idx="388">
                  <c:v>2017.333333</c:v>
                </c:pt>
                <c:pt idx="389">
                  <c:v>2017.416667</c:v>
                </c:pt>
                <c:pt idx="390">
                  <c:v>2017.5</c:v>
                </c:pt>
                <c:pt idx="391">
                  <c:v>2017.583333</c:v>
                </c:pt>
                <c:pt idx="392">
                  <c:v>2017.666667</c:v>
                </c:pt>
                <c:pt idx="393">
                  <c:v>2017.75</c:v>
                </c:pt>
                <c:pt idx="394">
                  <c:v>2017.833333</c:v>
                </c:pt>
                <c:pt idx="395">
                  <c:v>2017.916667</c:v>
                </c:pt>
                <c:pt idx="396">
                  <c:v>2018</c:v>
                </c:pt>
                <c:pt idx="397">
                  <c:v>2018.083333</c:v>
                </c:pt>
                <c:pt idx="398">
                  <c:v>2018.166667</c:v>
                </c:pt>
                <c:pt idx="399">
                  <c:v>2018.25</c:v>
                </c:pt>
                <c:pt idx="400">
                  <c:v>2018.333333</c:v>
                </c:pt>
                <c:pt idx="401">
                  <c:v>2018.416667</c:v>
                </c:pt>
                <c:pt idx="402">
                  <c:v>2018.5</c:v>
                </c:pt>
                <c:pt idx="403">
                  <c:v>2018.583333</c:v>
                </c:pt>
                <c:pt idx="404">
                  <c:v>2018.666667</c:v>
                </c:pt>
                <c:pt idx="405">
                  <c:v>2018.75</c:v>
                </c:pt>
                <c:pt idx="406">
                  <c:v>2018.833333</c:v>
                </c:pt>
                <c:pt idx="407">
                  <c:v>2018.916667</c:v>
                </c:pt>
                <c:pt idx="408">
                  <c:v>2019</c:v>
                </c:pt>
                <c:pt idx="409">
                  <c:v>2019.083333</c:v>
                </c:pt>
                <c:pt idx="410">
                  <c:v>2019.166667</c:v>
                </c:pt>
                <c:pt idx="411">
                  <c:v>2019.25</c:v>
                </c:pt>
                <c:pt idx="412">
                  <c:v>2019.333333</c:v>
                </c:pt>
                <c:pt idx="413">
                  <c:v>2019.416667</c:v>
                </c:pt>
                <c:pt idx="414">
                  <c:v>2019.5</c:v>
                </c:pt>
                <c:pt idx="415">
                  <c:v>2019.583333</c:v>
                </c:pt>
                <c:pt idx="416">
                  <c:v>2019.666667</c:v>
                </c:pt>
                <c:pt idx="417">
                  <c:v>2019.75</c:v>
                </c:pt>
                <c:pt idx="418">
                  <c:v>2019.833333</c:v>
                </c:pt>
                <c:pt idx="419">
                  <c:v>2019.916667</c:v>
                </c:pt>
                <c:pt idx="420">
                  <c:v>2020</c:v>
                </c:pt>
                <c:pt idx="421">
                  <c:v>2020.083333</c:v>
                </c:pt>
                <c:pt idx="422">
                  <c:v>2020.166667</c:v>
                </c:pt>
                <c:pt idx="423">
                  <c:v>2020.25</c:v>
                </c:pt>
                <c:pt idx="424">
                  <c:v>2020.333333</c:v>
                </c:pt>
                <c:pt idx="425">
                  <c:v>2020.416667</c:v>
                </c:pt>
                <c:pt idx="426">
                  <c:v>2020.5</c:v>
                </c:pt>
                <c:pt idx="427">
                  <c:v>2020.583333</c:v>
                </c:pt>
                <c:pt idx="428">
                  <c:v>2020.666667</c:v>
                </c:pt>
                <c:pt idx="429">
                  <c:v>2020.75</c:v>
                </c:pt>
                <c:pt idx="430">
                  <c:v>2020.833333</c:v>
                </c:pt>
                <c:pt idx="431">
                  <c:v>2020.916667</c:v>
                </c:pt>
                <c:pt idx="432">
                  <c:v>2021</c:v>
                </c:pt>
                <c:pt idx="433">
                  <c:v>2021.083333</c:v>
                </c:pt>
                <c:pt idx="434">
                  <c:v>2021.166667</c:v>
                </c:pt>
                <c:pt idx="435">
                  <c:v>2021.25</c:v>
                </c:pt>
                <c:pt idx="436">
                  <c:v>2021.333333</c:v>
                </c:pt>
                <c:pt idx="437">
                  <c:v>2021.416667</c:v>
                </c:pt>
                <c:pt idx="438">
                  <c:v>2021.5</c:v>
                </c:pt>
                <c:pt idx="439">
                  <c:v>2021.583333</c:v>
                </c:pt>
                <c:pt idx="440">
                  <c:v>2021.666667</c:v>
                </c:pt>
                <c:pt idx="441">
                  <c:v>2021.75</c:v>
                </c:pt>
                <c:pt idx="442">
                  <c:v>2021.833333</c:v>
                </c:pt>
                <c:pt idx="443">
                  <c:v>2021.916667</c:v>
                </c:pt>
                <c:pt idx="444">
                  <c:v>2022</c:v>
                </c:pt>
                <c:pt idx="445">
                  <c:v>2022.083333</c:v>
                </c:pt>
                <c:pt idx="446">
                  <c:v>2022.166667</c:v>
                </c:pt>
                <c:pt idx="447">
                  <c:v>2022.25</c:v>
                </c:pt>
                <c:pt idx="448">
                  <c:v>2022.333333</c:v>
                </c:pt>
                <c:pt idx="449">
                  <c:v>2022.416667</c:v>
                </c:pt>
                <c:pt idx="450">
                  <c:v>2022.5</c:v>
                </c:pt>
                <c:pt idx="451">
                  <c:v>2022.583333</c:v>
                </c:pt>
                <c:pt idx="452">
                  <c:v>2022.666667</c:v>
                </c:pt>
                <c:pt idx="453">
                  <c:v>2022.75</c:v>
                </c:pt>
                <c:pt idx="454">
                  <c:v>2022.833333</c:v>
                </c:pt>
                <c:pt idx="455">
                  <c:v>2022.916667</c:v>
                </c:pt>
                <c:pt idx="456">
                  <c:v>2023</c:v>
                </c:pt>
                <c:pt idx="457">
                  <c:v>2023.083333</c:v>
                </c:pt>
                <c:pt idx="458">
                  <c:v>2023.166667</c:v>
                </c:pt>
                <c:pt idx="459">
                  <c:v>2023.25</c:v>
                </c:pt>
                <c:pt idx="460">
                  <c:v>2023.333333</c:v>
                </c:pt>
                <c:pt idx="461">
                  <c:v>2023.416667</c:v>
                </c:pt>
                <c:pt idx="462">
                  <c:v>2023.5</c:v>
                </c:pt>
                <c:pt idx="463">
                  <c:v>2023.583333</c:v>
                </c:pt>
                <c:pt idx="464">
                  <c:v>2023.666667</c:v>
                </c:pt>
                <c:pt idx="465">
                  <c:v>2023.75</c:v>
                </c:pt>
                <c:pt idx="466">
                  <c:v>2023.833333</c:v>
                </c:pt>
                <c:pt idx="467">
                  <c:v>2023.916667</c:v>
                </c:pt>
                <c:pt idx="468">
                  <c:v>2024</c:v>
                </c:pt>
                <c:pt idx="469">
                  <c:v>2024.083333</c:v>
                </c:pt>
                <c:pt idx="470">
                  <c:v>2024.166667</c:v>
                </c:pt>
                <c:pt idx="471">
                  <c:v>2024.25</c:v>
                </c:pt>
                <c:pt idx="472">
                  <c:v>2024.333333</c:v>
                </c:pt>
                <c:pt idx="473">
                  <c:v>2024.416667</c:v>
                </c:pt>
                <c:pt idx="474">
                  <c:v>2024.5</c:v>
                </c:pt>
                <c:pt idx="475">
                  <c:v>2024.583333</c:v>
                </c:pt>
                <c:pt idx="476">
                  <c:v>2024.666667</c:v>
                </c:pt>
                <c:pt idx="477">
                  <c:v>2024.75</c:v>
                </c:pt>
                <c:pt idx="478">
                  <c:v>2024.833333</c:v>
                </c:pt>
                <c:pt idx="479">
                  <c:v>2024.916667</c:v>
                </c:pt>
                <c:pt idx="480">
                  <c:v>2025</c:v>
                </c:pt>
                <c:pt idx="481">
                  <c:v>2025.083333</c:v>
                </c:pt>
                <c:pt idx="482">
                  <c:v>2025.166667</c:v>
                </c:pt>
                <c:pt idx="483">
                  <c:v>2025.25</c:v>
                </c:pt>
                <c:pt idx="484">
                  <c:v>2025.333333</c:v>
                </c:pt>
                <c:pt idx="485">
                  <c:v>2025.416667</c:v>
                </c:pt>
                <c:pt idx="486">
                  <c:v>2025.5</c:v>
                </c:pt>
                <c:pt idx="487">
                  <c:v>2025.583333</c:v>
                </c:pt>
                <c:pt idx="488">
                  <c:v>2025.666667</c:v>
                </c:pt>
                <c:pt idx="489">
                  <c:v>2025.75</c:v>
                </c:pt>
                <c:pt idx="490">
                  <c:v>2025.833333</c:v>
                </c:pt>
                <c:pt idx="491">
                  <c:v>2025.916667</c:v>
                </c:pt>
                <c:pt idx="492">
                  <c:v>2026</c:v>
                </c:pt>
                <c:pt idx="493">
                  <c:v>2026.083333</c:v>
                </c:pt>
                <c:pt idx="494">
                  <c:v>2026.166667</c:v>
                </c:pt>
                <c:pt idx="495">
                  <c:v>2026.25</c:v>
                </c:pt>
                <c:pt idx="496">
                  <c:v>2026.333333</c:v>
                </c:pt>
                <c:pt idx="497">
                  <c:v>2026.416667</c:v>
                </c:pt>
                <c:pt idx="498">
                  <c:v>2026.5</c:v>
                </c:pt>
                <c:pt idx="499">
                  <c:v>2026.583333</c:v>
                </c:pt>
                <c:pt idx="500">
                  <c:v>2026.666667</c:v>
                </c:pt>
              </c:numCache>
            </c:numRef>
          </c:xVal>
          <c:yVal>
            <c:numRef>
              <c:f>'Chart Data'!$B$2:$B$502</c:f>
              <c:numCache>
                <c:formatCode>0</c:formatCode>
                <c:ptCount val="501"/>
                <c:pt idx="0">
                  <c:v>20.5794</c:v>
                </c:pt>
                <c:pt idx="1">
                  <c:v>19.453199999999999</c:v>
                </c:pt>
                <c:pt idx="2">
                  <c:v>20.945499999999999</c:v>
                </c:pt>
                <c:pt idx="3">
                  <c:v>21.761299999999999</c:v>
                </c:pt>
                <c:pt idx="4">
                  <c:v>25.6281</c:v>
                </c:pt>
                <c:pt idx="5">
                  <c:v>28.310300000000002</c:v>
                </c:pt>
                <c:pt idx="6">
                  <c:v>28.6248</c:v>
                </c:pt>
                <c:pt idx="7">
                  <c:v>29.528700000000001</c:v>
                </c:pt>
                <c:pt idx="8">
                  <c:v>28.648</c:v>
                </c:pt>
                <c:pt idx="9">
                  <c:v>26.798400000000001</c:v>
                </c:pt>
                <c:pt idx="10">
                  <c:v>24.343699999999998</c:v>
                </c:pt>
                <c:pt idx="11">
                  <c:v>23.029</c:v>
                </c:pt>
                <c:pt idx="12">
                  <c:v>21.773900000000001</c:v>
                </c:pt>
                <c:pt idx="13">
                  <c:v>21.73</c:v>
                </c:pt>
                <c:pt idx="14">
                  <c:v>21.540600000000001</c:v>
                </c:pt>
                <c:pt idx="15">
                  <c:v>22.8233</c:v>
                </c:pt>
                <c:pt idx="16">
                  <c:v>25.208100000000002</c:v>
                </c:pt>
                <c:pt idx="17">
                  <c:v>27.828700000000001</c:v>
                </c:pt>
                <c:pt idx="18">
                  <c:v>28.996099999999998</c:v>
                </c:pt>
                <c:pt idx="19">
                  <c:v>28.94</c:v>
                </c:pt>
                <c:pt idx="20">
                  <c:v>28.751999999999999</c:v>
                </c:pt>
                <c:pt idx="21">
                  <c:v>27.2958</c:v>
                </c:pt>
                <c:pt idx="22">
                  <c:v>25.536999999999999</c:v>
                </c:pt>
                <c:pt idx="23">
                  <c:v>22.995799999999999</c:v>
                </c:pt>
                <c:pt idx="24">
                  <c:v>21.428699999999999</c:v>
                </c:pt>
                <c:pt idx="25">
                  <c:v>20.424299999999999</c:v>
                </c:pt>
                <c:pt idx="26">
                  <c:v>20.278099999999998</c:v>
                </c:pt>
                <c:pt idx="27">
                  <c:v>21.305299999999999</c:v>
                </c:pt>
                <c:pt idx="28">
                  <c:v>25.014800000000001</c:v>
                </c:pt>
                <c:pt idx="29">
                  <c:v>27.902000000000001</c:v>
                </c:pt>
                <c:pt idx="30">
                  <c:v>29.607700000000001</c:v>
                </c:pt>
                <c:pt idx="31">
                  <c:v>29.921600000000002</c:v>
                </c:pt>
                <c:pt idx="32">
                  <c:v>28.990300000000001</c:v>
                </c:pt>
                <c:pt idx="33">
                  <c:v>26.528400000000001</c:v>
                </c:pt>
                <c:pt idx="34">
                  <c:v>23.7637</c:v>
                </c:pt>
                <c:pt idx="35">
                  <c:v>22.372900000000001</c:v>
                </c:pt>
                <c:pt idx="36">
                  <c:v>20.6174</c:v>
                </c:pt>
                <c:pt idx="37">
                  <c:v>20.1066</c:v>
                </c:pt>
                <c:pt idx="38">
                  <c:v>20.107700000000001</c:v>
                </c:pt>
                <c:pt idx="39">
                  <c:v>21.952000000000002</c:v>
                </c:pt>
                <c:pt idx="40">
                  <c:v>24.384799999999998</c:v>
                </c:pt>
                <c:pt idx="41">
                  <c:v>27.045300000000001</c:v>
                </c:pt>
                <c:pt idx="42">
                  <c:v>28.990600000000001</c:v>
                </c:pt>
                <c:pt idx="43">
                  <c:v>29.9284</c:v>
                </c:pt>
                <c:pt idx="44">
                  <c:v>28.292000000000002</c:v>
                </c:pt>
                <c:pt idx="45">
                  <c:v>26.6187</c:v>
                </c:pt>
                <c:pt idx="46">
                  <c:v>24.997699999999998</c:v>
                </c:pt>
                <c:pt idx="47">
                  <c:v>23.068999999999999</c:v>
                </c:pt>
                <c:pt idx="48">
                  <c:v>22.471299999999999</c:v>
                </c:pt>
                <c:pt idx="49">
                  <c:v>21.7286</c:v>
                </c:pt>
                <c:pt idx="50">
                  <c:v>21.084499999999998</c:v>
                </c:pt>
                <c:pt idx="51">
                  <c:v>22.192699999999999</c:v>
                </c:pt>
                <c:pt idx="52">
                  <c:v>25.4039</c:v>
                </c:pt>
                <c:pt idx="53">
                  <c:v>27.777999999999999</c:v>
                </c:pt>
                <c:pt idx="54">
                  <c:v>28.999700000000001</c:v>
                </c:pt>
                <c:pt idx="55">
                  <c:v>29.3584</c:v>
                </c:pt>
                <c:pt idx="56">
                  <c:v>29.485700000000001</c:v>
                </c:pt>
                <c:pt idx="57">
                  <c:v>26.995200000000001</c:v>
                </c:pt>
                <c:pt idx="58">
                  <c:v>24.7943</c:v>
                </c:pt>
                <c:pt idx="59">
                  <c:v>22.071899999999999</c:v>
                </c:pt>
                <c:pt idx="60">
                  <c:v>20.318999999999999</c:v>
                </c:pt>
                <c:pt idx="61">
                  <c:v>20.576799999999999</c:v>
                </c:pt>
                <c:pt idx="62">
                  <c:v>20.583500000000001</c:v>
                </c:pt>
                <c:pt idx="63">
                  <c:v>22.354700000000001</c:v>
                </c:pt>
                <c:pt idx="64">
                  <c:v>25.758700000000001</c:v>
                </c:pt>
                <c:pt idx="65">
                  <c:v>29.192</c:v>
                </c:pt>
                <c:pt idx="66">
                  <c:v>29.482900000000001</c:v>
                </c:pt>
                <c:pt idx="67">
                  <c:v>30.144200000000001</c:v>
                </c:pt>
                <c:pt idx="68">
                  <c:v>29.402999999999999</c:v>
                </c:pt>
                <c:pt idx="69">
                  <c:v>27.5474</c:v>
                </c:pt>
                <c:pt idx="70">
                  <c:v>24.747299999999999</c:v>
                </c:pt>
                <c:pt idx="71">
                  <c:v>22.8294</c:v>
                </c:pt>
                <c:pt idx="72">
                  <c:v>21.410299999999999</c:v>
                </c:pt>
                <c:pt idx="73">
                  <c:v>20.9314</c:v>
                </c:pt>
                <c:pt idx="74">
                  <c:v>20.685199999999998</c:v>
                </c:pt>
                <c:pt idx="75">
                  <c:v>23.978300000000001</c:v>
                </c:pt>
                <c:pt idx="76">
                  <c:v>26.295500000000001</c:v>
                </c:pt>
                <c:pt idx="77">
                  <c:v>28.976700000000001</c:v>
                </c:pt>
                <c:pt idx="78">
                  <c:v>30.366499999999998</c:v>
                </c:pt>
                <c:pt idx="79">
                  <c:v>30.2074</c:v>
                </c:pt>
                <c:pt idx="80">
                  <c:v>29.066700000000001</c:v>
                </c:pt>
                <c:pt idx="81">
                  <c:v>26.604800000000001</c:v>
                </c:pt>
                <c:pt idx="82">
                  <c:v>23.946999999999999</c:v>
                </c:pt>
                <c:pt idx="83">
                  <c:v>22.5016</c:v>
                </c:pt>
                <c:pt idx="84">
                  <c:v>21.066099999999999</c:v>
                </c:pt>
                <c:pt idx="85">
                  <c:v>20.4621</c:v>
                </c:pt>
                <c:pt idx="86">
                  <c:v>20.623200000000001</c:v>
                </c:pt>
                <c:pt idx="87">
                  <c:v>22.234000000000002</c:v>
                </c:pt>
                <c:pt idx="88">
                  <c:v>24.530999999999999</c:v>
                </c:pt>
                <c:pt idx="89">
                  <c:v>28.093699999999998</c:v>
                </c:pt>
                <c:pt idx="90">
                  <c:v>29.630299999999998</c:v>
                </c:pt>
                <c:pt idx="91">
                  <c:v>29.426100000000002</c:v>
                </c:pt>
                <c:pt idx="92">
                  <c:v>28.831</c:v>
                </c:pt>
                <c:pt idx="93">
                  <c:v>26.732299999999999</c:v>
                </c:pt>
                <c:pt idx="94">
                  <c:v>24.204699999999999</c:v>
                </c:pt>
                <c:pt idx="95">
                  <c:v>22.49</c:v>
                </c:pt>
                <c:pt idx="96">
                  <c:v>21.686800000000002</c:v>
                </c:pt>
                <c:pt idx="97">
                  <c:v>20.5364</c:v>
                </c:pt>
                <c:pt idx="98">
                  <c:v>20.193200000000001</c:v>
                </c:pt>
                <c:pt idx="99">
                  <c:v>21.175999999999998</c:v>
                </c:pt>
                <c:pt idx="100">
                  <c:v>23.963899999999999</c:v>
                </c:pt>
                <c:pt idx="101">
                  <c:v>27.201699999999999</c:v>
                </c:pt>
                <c:pt idx="102">
                  <c:v>29.677399999999999</c:v>
                </c:pt>
                <c:pt idx="103">
                  <c:v>30.354199999999999</c:v>
                </c:pt>
                <c:pt idx="104">
                  <c:v>29.386700000000001</c:v>
                </c:pt>
                <c:pt idx="105">
                  <c:v>27.0639</c:v>
                </c:pt>
                <c:pt idx="106">
                  <c:v>23.890999999999998</c:v>
                </c:pt>
                <c:pt idx="107">
                  <c:v>22.8994</c:v>
                </c:pt>
                <c:pt idx="108">
                  <c:v>20.931000000000001</c:v>
                </c:pt>
                <c:pt idx="109">
                  <c:v>20.5761</c:v>
                </c:pt>
                <c:pt idx="110">
                  <c:v>20.3965</c:v>
                </c:pt>
                <c:pt idx="111">
                  <c:v>21.96</c:v>
                </c:pt>
                <c:pt idx="112">
                  <c:v>25.805800000000001</c:v>
                </c:pt>
                <c:pt idx="113">
                  <c:v>28.323</c:v>
                </c:pt>
                <c:pt idx="114">
                  <c:v>29.391300000000001</c:v>
                </c:pt>
                <c:pt idx="115">
                  <c:v>29.063199999999998</c:v>
                </c:pt>
                <c:pt idx="116">
                  <c:v>28.741700000000002</c:v>
                </c:pt>
                <c:pt idx="117">
                  <c:v>26.818100000000001</c:v>
                </c:pt>
                <c:pt idx="118">
                  <c:v>25.505299999999998</c:v>
                </c:pt>
                <c:pt idx="119">
                  <c:v>23.472300000000001</c:v>
                </c:pt>
                <c:pt idx="120">
                  <c:v>20.78</c:v>
                </c:pt>
                <c:pt idx="121">
                  <c:v>20.304300000000001</c:v>
                </c:pt>
                <c:pt idx="122">
                  <c:v>21.6068</c:v>
                </c:pt>
                <c:pt idx="123">
                  <c:v>22.5047</c:v>
                </c:pt>
                <c:pt idx="124">
                  <c:v>25.802600000000002</c:v>
                </c:pt>
                <c:pt idx="125">
                  <c:v>27.730699999999999</c:v>
                </c:pt>
                <c:pt idx="126">
                  <c:v>29.7258</c:v>
                </c:pt>
                <c:pt idx="127">
                  <c:v>30.157399999999999</c:v>
                </c:pt>
                <c:pt idx="128">
                  <c:v>29.897300000000001</c:v>
                </c:pt>
                <c:pt idx="129">
                  <c:v>26.723500000000001</c:v>
                </c:pt>
                <c:pt idx="130">
                  <c:v>24.3643</c:v>
                </c:pt>
                <c:pt idx="131">
                  <c:v>22.598700000000001</c:v>
                </c:pt>
                <c:pt idx="132">
                  <c:v>20.5623</c:v>
                </c:pt>
                <c:pt idx="133">
                  <c:v>20.297599999999999</c:v>
                </c:pt>
                <c:pt idx="134">
                  <c:v>20.311</c:v>
                </c:pt>
                <c:pt idx="135">
                  <c:v>21.107299999999999</c:v>
                </c:pt>
                <c:pt idx="136">
                  <c:v>25.071000000000002</c:v>
                </c:pt>
                <c:pt idx="137">
                  <c:v>28.628299999999999</c:v>
                </c:pt>
                <c:pt idx="138">
                  <c:v>29.880299999999998</c:v>
                </c:pt>
                <c:pt idx="139">
                  <c:v>29.448699999999999</c:v>
                </c:pt>
                <c:pt idx="140">
                  <c:v>28.9053</c:v>
                </c:pt>
                <c:pt idx="141">
                  <c:v>26.395800000000001</c:v>
                </c:pt>
                <c:pt idx="142">
                  <c:v>24.452300000000001</c:v>
                </c:pt>
                <c:pt idx="143">
                  <c:v>21.976500000000001</c:v>
                </c:pt>
                <c:pt idx="144">
                  <c:v>20.983899999999998</c:v>
                </c:pt>
                <c:pt idx="145">
                  <c:v>20.3157</c:v>
                </c:pt>
                <c:pt idx="146">
                  <c:v>21.1829</c:v>
                </c:pt>
                <c:pt idx="147">
                  <c:v>21.914999999999999</c:v>
                </c:pt>
                <c:pt idx="148">
                  <c:v>24.366800000000001</c:v>
                </c:pt>
                <c:pt idx="149">
                  <c:v>28.012</c:v>
                </c:pt>
                <c:pt idx="150">
                  <c:v>30.237100000000002</c:v>
                </c:pt>
                <c:pt idx="151">
                  <c:v>29.963899999999999</c:v>
                </c:pt>
                <c:pt idx="152">
                  <c:v>29.375699999999998</c:v>
                </c:pt>
                <c:pt idx="153">
                  <c:v>26.7774</c:v>
                </c:pt>
                <c:pt idx="154">
                  <c:v>24.111699999999999</c:v>
                </c:pt>
                <c:pt idx="155">
                  <c:v>22.231300000000001</c:v>
                </c:pt>
                <c:pt idx="156">
                  <c:v>20.983499999999999</c:v>
                </c:pt>
                <c:pt idx="157">
                  <c:v>20.605</c:v>
                </c:pt>
                <c:pt idx="158">
                  <c:v>20.211300000000001</c:v>
                </c:pt>
                <c:pt idx="159">
                  <c:v>21.4983</c:v>
                </c:pt>
                <c:pt idx="160">
                  <c:v>24.746099999999998</c:v>
                </c:pt>
                <c:pt idx="161">
                  <c:v>28.511700000000001</c:v>
                </c:pt>
                <c:pt idx="162">
                  <c:v>29.8842</c:v>
                </c:pt>
                <c:pt idx="163">
                  <c:v>30.1342</c:v>
                </c:pt>
                <c:pt idx="164">
                  <c:v>28.849299999999999</c:v>
                </c:pt>
                <c:pt idx="165">
                  <c:v>27.709</c:v>
                </c:pt>
                <c:pt idx="166">
                  <c:v>25.226299999999998</c:v>
                </c:pt>
                <c:pt idx="167">
                  <c:v>23.831600000000002</c:v>
                </c:pt>
                <c:pt idx="168">
                  <c:v>21.392299999999999</c:v>
                </c:pt>
                <c:pt idx="169">
                  <c:v>21.3429</c:v>
                </c:pt>
                <c:pt idx="170">
                  <c:v>21.435500000000001</c:v>
                </c:pt>
                <c:pt idx="171">
                  <c:v>23.590299999999999</c:v>
                </c:pt>
                <c:pt idx="172">
                  <c:v>25.671600000000002</c:v>
                </c:pt>
                <c:pt idx="173">
                  <c:v>28.554300000000001</c:v>
                </c:pt>
                <c:pt idx="174">
                  <c:v>29.326499999999999</c:v>
                </c:pt>
                <c:pt idx="175">
                  <c:v>30.244800000000001</c:v>
                </c:pt>
                <c:pt idx="176">
                  <c:v>29.2927</c:v>
                </c:pt>
                <c:pt idx="177">
                  <c:v>27.0303</c:v>
                </c:pt>
                <c:pt idx="178">
                  <c:v>24.827300000000001</c:v>
                </c:pt>
                <c:pt idx="179">
                  <c:v>22.955200000000001</c:v>
                </c:pt>
                <c:pt idx="180">
                  <c:v>21.6387</c:v>
                </c:pt>
                <c:pt idx="181">
                  <c:v>21.546199999999999</c:v>
                </c:pt>
                <c:pt idx="182">
                  <c:v>22.344799999999999</c:v>
                </c:pt>
                <c:pt idx="183">
                  <c:v>23.411000000000001</c:v>
                </c:pt>
                <c:pt idx="184">
                  <c:v>25.850300000000001</c:v>
                </c:pt>
                <c:pt idx="185">
                  <c:v>28.381699999999999</c:v>
                </c:pt>
                <c:pt idx="186">
                  <c:v>29.722300000000001</c:v>
                </c:pt>
                <c:pt idx="187">
                  <c:v>29.523499999999999</c:v>
                </c:pt>
                <c:pt idx="188">
                  <c:v>29.145</c:v>
                </c:pt>
                <c:pt idx="189">
                  <c:v>27.117100000000001</c:v>
                </c:pt>
                <c:pt idx="190">
                  <c:v>25.398</c:v>
                </c:pt>
                <c:pt idx="191">
                  <c:v>22.823899999999998</c:v>
                </c:pt>
                <c:pt idx="192">
                  <c:v>20.9161</c:v>
                </c:pt>
                <c:pt idx="193">
                  <c:v>21.092500000000001</c:v>
                </c:pt>
                <c:pt idx="194">
                  <c:v>21.2774</c:v>
                </c:pt>
                <c:pt idx="195">
                  <c:v>23.311299999999999</c:v>
                </c:pt>
                <c:pt idx="196">
                  <c:v>25.4374</c:v>
                </c:pt>
                <c:pt idx="197">
                  <c:v>27.960699999999999</c:v>
                </c:pt>
                <c:pt idx="198">
                  <c:v>29.821899999999999</c:v>
                </c:pt>
                <c:pt idx="199">
                  <c:v>29.731000000000002</c:v>
                </c:pt>
                <c:pt idx="200">
                  <c:v>28.980699999999999</c:v>
                </c:pt>
                <c:pt idx="201">
                  <c:v>26.8248</c:v>
                </c:pt>
                <c:pt idx="202">
                  <c:v>25.069700000000001</c:v>
                </c:pt>
                <c:pt idx="203">
                  <c:v>23.701599999999999</c:v>
                </c:pt>
                <c:pt idx="204">
                  <c:v>21.55</c:v>
                </c:pt>
                <c:pt idx="205">
                  <c:v>21.2561</c:v>
                </c:pt>
                <c:pt idx="206">
                  <c:v>21.721599999999999</c:v>
                </c:pt>
                <c:pt idx="207">
                  <c:v>23.549299999999999</c:v>
                </c:pt>
                <c:pt idx="208">
                  <c:v>26.011299999999999</c:v>
                </c:pt>
                <c:pt idx="209">
                  <c:v>27.932700000000001</c:v>
                </c:pt>
                <c:pt idx="210">
                  <c:v>29.4419</c:v>
                </c:pt>
                <c:pt idx="211">
                  <c:v>29.904800000000002</c:v>
                </c:pt>
                <c:pt idx="212">
                  <c:v>28.9223</c:v>
                </c:pt>
                <c:pt idx="213">
                  <c:v>27.267399999999999</c:v>
                </c:pt>
                <c:pt idx="214">
                  <c:v>25.141300000000001</c:v>
                </c:pt>
                <c:pt idx="215">
                  <c:v>22.5794</c:v>
                </c:pt>
                <c:pt idx="216">
                  <c:v>20.2181</c:v>
                </c:pt>
                <c:pt idx="217">
                  <c:v>19.9268</c:v>
                </c:pt>
                <c:pt idx="218">
                  <c:v>20.958400000000001</c:v>
                </c:pt>
                <c:pt idx="219">
                  <c:v>21.652699999999999</c:v>
                </c:pt>
                <c:pt idx="220">
                  <c:v>25.5823</c:v>
                </c:pt>
                <c:pt idx="221">
                  <c:v>28.547999999999998</c:v>
                </c:pt>
                <c:pt idx="222">
                  <c:v>29.2103</c:v>
                </c:pt>
                <c:pt idx="223">
                  <c:v>29.899699999999999</c:v>
                </c:pt>
                <c:pt idx="224">
                  <c:v>29.119</c:v>
                </c:pt>
                <c:pt idx="225">
                  <c:v>26.828700000000001</c:v>
                </c:pt>
                <c:pt idx="226">
                  <c:v>25.707000000000001</c:v>
                </c:pt>
                <c:pt idx="227">
                  <c:v>22.605499999999999</c:v>
                </c:pt>
                <c:pt idx="228">
                  <c:v>20.943200000000001</c:v>
                </c:pt>
                <c:pt idx="229">
                  <c:v>20.7531</c:v>
                </c:pt>
                <c:pt idx="230">
                  <c:v>21.373899999999999</c:v>
                </c:pt>
                <c:pt idx="231">
                  <c:v>22.779299999999999</c:v>
                </c:pt>
                <c:pt idx="232">
                  <c:v>24.770600000000002</c:v>
                </c:pt>
                <c:pt idx="233">
                  <c:v>28.4953</c:v>
                </c:pt>
                <c:pt idx="234">
                  <c:v>29.615200000000002</c:v>
                </c:pt>
                <c:pt idx="235">
                  <c:v>29.8626</c:v>
                </c:pt>
                <c:pt idx="236">
                  <c:v>29.43</c:v>
                </c:pt>
                <c:pt idx="237">
                  <c:v>27.991599999999998</c:v>
                </c:pt>
                <c:pt idx="238">
                  <c:v>26.3643</c:v>
                </c:pt>
                <c:pt idx="239">
                  <c:v>23.629000000000001</c:v>
                </c:pt>
                <c:pt idx="240">
                  <c:v>22.2348</c:v>
                </c:pt>
                <c:pt idx="241">
                  <c:v>21.639299999999999</c:v>
                </c:pt>
                <c:pt idx="242">
                  <c:v>21.624199999999998</c:v>
                </c:pt>
                <c:pt idx="243">
                  <c:v>21.804300000000001</c:v>
                </c:pt>
                <c:pt idx="244">
                  <c:v>24.791899999999998</c:v>
                </c:pt>
                <c:pt idx="245">
                  <c:v>28.577000000000002</c:v>
                </c:pt>
                <c:pt idx="246">
                  <c:v>30.063500000000001</c:v>
                </c:pt>
                <c:pt idx="247">
                  <c:v>30.798100000000002</c:v>
                </c:pt>
                <c:pt idx="248">
                  <c:v>29.8553</c:v>
                </c:pt>
                <c:pt idx="249">
                  <c:v>28.244199999999999</c:v>
                </c:pt>
                <c:pt idx="250">
                  <c:v>25.452999999999999</c:v>
                </c:pt>
                <c:pt idx="251">
                  <c:v>22.7271</c:v>
                </c:pt>
                <c:pt idx="252">
                  <c:v>21.939399999999999</c:v>
                </c:pt>
                <c:pt idx="253">
                  <c:v>22.382100000000001</c:v>
                </c:pt>
                <c:pt idx="254">
                  <c:v>22.7303</c:v>
                </c:pt>
                <c:pt idx="255">
                  <c:v>23.622699999999998</c:v>
                </c:pt>
                <c:pt idx="256">
                  <c:v>25.759699999999999</c:v>
                </c:pt>
                <c:pt idx="257">
                  <c:v>28.1877</c:v>
                </c:pt>
                <c:pt idx="258">
                  <c:v>29.526499999999999</c:v>
                </c:pt>
                <c:pt idx="259">
                  <c:v>30.153500000000001</c:v>
                </c:pt>
                <c:pt idx="260">
                  <c:v>29.590699999999998</c:v>
                </c:pt>
                <c:pt idx="261">
                  <c:v>27.876799999999999</c:v>
                </c:pt>
                <c:pt idx="262">
                  <c:v>24.9787</c:v>
                </c:pt>
                <c:pt idx="263">
                  <c:v>22.5442</c:v>
                </c:pt>
                <c:pt idx="264">
                  <c:v>21.527699999999999</c:v>
                </c:pt>
                <c:pt idx="265">
                  <c:v>20.491099999999999</c:v>
                </c:pt>
                <c:pt idx="266">
                  <c:v>21.157699999999998</c:v>
                </c:pt>
                <c:pt idx="267">
                  <c:v>22.47</c:v>
                </c:pt>
                <c:pt idx="268">
                  <c:v>25.001000000000001</c:v>
                </c:pt>
                <c:pt idx="269">
                  <c:v>28.066299999999998</c:v>
                </c:pt>
                <c:pt idx="270">
                  <c:v>29.145199999999999</c:v>
                </c:pt>
                <c:pt idx="271">
                  <c:v>30.196100000000001</c:v>
                </c:pt>
                <c:pt idx="272">
                  <c:v>29.500299999999999</c:v>
                </c:pt>
                <c:pt idx="273">
                  <c:v>28.021599999999999</c:v>
                </c:pt>
                <c:pt idx="274">
                  <c:v>25.447700000000001</c:v>
                </c:pt>
                <c:pt idx="275">
                  <c:v>23.607099999999999</c:v>
                </c:pt>
                <c:pt idx="276">
                  <c:v>21.593900000000001</c:v>
                </c:pt>
                <c:pt idx="277">
                  <c:v>21.5824</c:v>
                </c:pt>
                <c:pt idx="278">
                  <c:v>21.714500000000001</c:v>
                </c:pt>
                <c:pt idx="279">
                  <c:v>22.83</c:v>
                </c:pt>
                <c:pt idx="280">
                  <c:v>25.4223</c:v>
                </c:pt>
                <c:pt idx="281">
                  <c:v>28.865300000000001</c:v>
                </c:pt>
                <c:pt idx="282">
                  <c:v>29.472899999999999</c:v>
                </c:pt>
                <c:pt idx="283">
                  <c:v>29.3948</c:v>
                </c:pt>
                <c:pt idx="284">
                  <c:v>28.101299999999998</c:v>
                </c:pt>
                <c:pt idx="285">
                  <c:v>26.639399999999998</c:v>
                </c:pt>
                <c:pt idx="286">
                  <c:v>24.663699999999999</c:v>
                </c:pt>
                <c:pt idx="287">
                  <c:v>22.771899999999999</c:v>
                </c:pt>
                <c:pt idx="288">
                  <c:v>21.6187</c:v>
                </c:pt>
                <c:pt idx="289">
                  <c:v>21.0046</c:v>
                </c:pt>
                <c:pt idx="290">
                  <c:v>21.660599999999999</c:v>
                </c:pt>
                <c:pt idx="291">
                  <c:v>22.914000000000001</c:v>
                </c:pt>
                <c:pt idx="292">
                  <c:v>25.563500000000001</c:v>
                </c:pt>
                <c:pt idx="293">
                  <c:v>28.2683</c:v>
                </c:pt>
                <c:pt idx="294">
                  <c:v>29.720600000000001</c:v>
                </c:pt>
                <c:pt idx="295">
                  <c:v>30.1568</c:v>
                </c:pt>
                <c:pt idx="296">
                  <c:v>29.450299999999999</c:v>
                </c:pt>
                <c:pt idx="297">
                  <c:v>28.409400000000002</c:v>
                </c:pt>
                <c:pt idx="298">
                  <c:v>25.0153</c:v>
                </c:pt>
                <c:pt idx="299">
                  <c:v>22.772600000000001</c:v>
                </c:pt>
                <c:pt idx="300">
                  <c:v>20.9971</c:v>
                </c:pt>
                <c:pt idx="301">
                  <c:v>19.792899999999999</c:v>
                </c:pt>
                <c:pt idx="302">
                  <c:v>19.151900000000001</c:v>
                </c:pt>
                <c:pt idx="303">
                  <c:v>20.743300000000001</c:v>
                </c:pt>
                <c:pt idx="304">
                  <c:v>25.2516</c:v>
                </c:pt>
                <c:pt idx="305">
                  <c:v>29.3003</c:v>
                </c:pt>
                <c:pt idx="306">
                  <c:v>30.049399999999999</c:v>
                </c:pt>
                <c:pt idx="307">
                  <c:v>30.918399999999998</c:v>
                </c:pt>
                <c:pt idx="308">
                  <c:v>29.806699999999999</c:v>
                </c:pt>
                <c:pt idx="309">
                  <c:v>27.464500000000001</c:v>
                </c:pt>
                <c:pt idx="310">
                  <c:v>25.088699999999999</c:v>
                </c:pt>
                <c:pt idx="311">
                  <c:v>22.311599999999999</c:v>
                </c:pt>
                <c:pt idx="312">
                  <c:v>20.7881</c:v>
                </c:pt>
                <c:pt idx="313">
                  <c:v>19.913900000000002</c:v>
                </c:pt>
                <c:pt idx="314">
                  <c:v>21.144200000000001</c:v>
                </c:pt>
                <c:pt idx="315">
                  <c:v>23.053000000000001</c:v>
                </c:pt>
                <c:pt idx="316">
                  <c:v>24.990300000000001</c:v>
                </c:pt>
                <c:pt idx="317">
                  <c:v>28.315300000000001</c:v>
                </c:pt>
                <c:pt idx="318">
                  <c:v>29.659400000000002</c:v>
                </c:pt>
                <c:pt idx="319">
                  <c:v>30.2103</c:v>
                </c:pt>
                <c:pt idx="320">
                  <c:v>29.2593</c:v>
                </c:pt>
                <c:pt idx="321">
                  <c:v>27.366499999999998</c:v>
                </c:pt>
                <c:pt idx="322">
                  <c:v>24.863</c:v>
                </c:pt>
                <c:pt idx="323">
                  <c:v>22.755800000000001</c:v>
                </c:pt>
                <c:pt idx="324">
                  <c:v>21.5761</c:v>
                </c:pt>
                <c:pt idx="325">
                  <c:v>20.900700000000001</c:v>
                </c:pt>
                <c:pt idx="326">
                  <c:v>22.031300000000002</c:v>
                </c:pt>
                <c:pt idx="327">
                  <c:v>23.829699999999999</c:v>
                </c:pt>
                <c:pt idx="328">
                  <c:v>25.942900000000002</c:v>
                </c:pt>
                <c:pt idx="329">
                  <c:v>28.706700000000001</c:v>
                </c:pt>
                <c:pt idx="330">
                  <c:v>29.483899999999998</c:v>
                </c:pt>
                <c:pt idx="331">
                  <c:v>30.2255</c:v>
                </c:pt>
                <c:pt idx="332">
                  <c:v>29.212299999999999</c:v>
                </c:pt>
                <c:pt idx="333">
                  <c:v>27.601299999999998</c:v>
                </c:pt>
                <c:pt idx="334">
                  <c:v>25.682300000000001</c:v>
                </c:pt>
                <c:pt idx="335">
                  <c:v>24.3413</c:v>
                </c:pt>
                <c:pt idx="336">
                  <c:v>22.230599999999999</c:v>
                </c:pt>
                <c:pt idx="337">
                  <c:v>21.7225</c:v>
                </c:pt>
                <c:pt idx="338">
                  <c:v>21.2745</c:v>
                </c:pt>
                <c:pt idx="339">
                  <c:v>22.4237</c:v>
                </c:pt>
                <c:pt idx="340">
                  <c:v>24.415199999999999</c:v>
                </c:pt>
                <c:pt idx="341">
                  <c:v>28.835999999999999</c:v>
                </c:pt>
                <c:pt idx="342">
                  <c:v>29.406500000000001</c:v>
                </c:pt>
                <c:pt idx="343">
                  <c:v>29.9039</c:v>
                </c:pt>
                <c:pt idx="344">
                  <c:v>29.356300000000001</c:v>
                </c:pt>
                <c:pt idx="345">
                  <c:v>27.875499999999999</c:v>
                </c:pt>
                <c:pt idx="346">
                  <c:v>25.206700000000001</c:v>
                </c:pt>
                <c:pt idx="347">
                  <c:v>22.9861</c:v>
                </c:pt>
                <c:pt idx="348">
                  <c:v>21.356100000000001</c:v>
                </c:pt>
                <c:pt idx="349">
                  <c:v>20.604299999999999</c:v>
                </c:pt>
                <c:pt idx="350">
                  <c:v>20.532900000000001</c:v>
                </c:pt>
                <c:pt idx="351">
                  <c:v>22.178000000000001</c:v>
                </c:pt>
                <c:pt idx="352">
                  <c:v>23.8139</c:v>
                </c:pt>
                <c:pt idx="353">
                  <c:v>27.948699999999999</c:v>
                </c:pt>
                <c:pt idx="354">
                  <c:v>29.701000000000001</c:v>
                </c:pt>
                <c:pt idx="355">
                  <c:v>30.166499999999999</c:v>
                </c:pt>
                <c:pt idx="356">
                  <c:v>29.609300000000001</c:v>
                </c:pt>
                <c:pt idx="357">
                  <c:v>27.774799999999999</c:v>
                </c:pt>
                <c:pt idx="358">
                  <c:v>24.785299999999999</c:v>
                </c:pt>
                <c:pt idx="359">
                  <c:v>23.241299999999999</c:v>
                </c:pt>
                <c:pt idx="360">
                  <c:v>21.734200000000001</c:v>
                </c:pt>
                <c:pt idx="361">
                  <c:v>20.8157</c:v>
                </c:pt>
                <c:pt idx="362">
                  <c:v>22.088699999999999</c:v>
                </c:pt>
                <c:pt idx="363">
                  <c:v>24.296299999999999</c:v>
                </c:pt>
                <c:pt idx="364">
                  <c:v>26.164200000000001</c:v>
                </c:pt>
                <c:pt idx="365">
                  <c:v>28.8627</c:v>
                </c:pt>
                <c:pt idx="366">
                  <c:v>30.232900000000001</c:v>
                </c:pt>
                <c:pt idx="367">
                  <c:v>30.374199999999998</c:v>
                </c:pt>
                <c:pt idx="368">
                  <c:v>29.175000000000001</c:v>
                </c:pt>
                <c:pt idx="369">
                  <c:v>27.573499999999999</c:v>
                </c:pt>
                <c:pt idx="370">
                  <c:v>25.523</c:v>
                </c:pt>
                <c:pt idx="371">
                  <c:v>24.528700000000001</c:v>
                </c:pt>
                <c:pt idx="372">
                  <c:v>22.972899999999999</c:v>
                </c:pt>
                <c:pt idx="373">
                  <c:v>21.215499999999999</c:v>
                </c:pt>
                <c:pt idx="374">
                  <c:v>21.796800000000001</c:v>
                </c:pt>
                <c:pt idx="375">
                  <c:v>23.525300000000001</c:v>
                </c:pt>
                <c:pt idx="376">
                  <c:v>26.1739</c:v>
                </c:pt>
                <c:pt idx="377">
                  <c:v>29.2073</c:v>
                </c:pt>
                <c:pt idx="378">
                  <c:v>30.560600000000001</c:v>
                </c:pt>
                <c:pt idx="379">
                  <c:v>30.485199999999999</c:v>
                </c:pt>
                <c:pt idx="380">
                  <c:v>30.276700000000002</c:v>
                </c:pt>
                <c:pt idx="381">
                  <c:v>28.598700000000001</c:v>
                </c:pt>
                <c:pt idx="382">
                  <c:v>26.395</c:v>
                </c:pt>
                <c:pt idx="383">
                  <c:v>24.204499999999999</c:v>
                </c:pt>
                <c:pt idx="384">
                  <c:v>23.150600000000001</c:v>
                </c:pt>
                <c:pt idx="385">
                  <c:v>22.135400000000001</c:v>
                </c:pt>
                <c:pt idx="386">
                  <c:v>22.854500000000002</c:v>
                </c:pt>
                <c:pt idx="387">
                  <c:v>24.458300000000001</c:v>
                </c:pt>
                <c:pt idx="388">
                  <c:v>25.578399999999998</c:v>
                </c:pt>
                <c:pt idx="389">
                  <c:v>27.766999999999999</c:v>
                </c:pt>
                <c:pt idx="390">
                  <c:v>29.881599999999999</c:v>
                </c:pt>
                <c:pt idx="391">
                  <c:v>29.959399999999999</c:v>
                </c:pt>
                <c:pt idx="392">
                  <c:v>28.709299999999999</c:v>
                </c:pt>
                <c:pt idx="393">
                  <c:v>28.197700000000001</c:v>
                </c:pt>
                <c:pt idx="394">
                  <c:v>25.88</c:v>
                </c:pt>
                <c:pt idx="395">
                  <c:v>23.863499999999998</c:v>
                </c:pt>
                <c:pt idx="396">
                  <c:v>21.7074</c:v>
                </c:pt>
                <c:pt idx="397">
                  <c:v>21.91</c:v>
                </c:pt>
                <c:pt idx="398">
                  <c:v>22.4971</c:v>
                </c:pt>
                <c:pt idx="399">
                  <c:v>23.193000000000001</c:v>
                </c:pt>
                <c:pt idx="400">
                  <c:v>26.241599999999998</c:v>
                </c:pt>
                <c:pt idx="401">
                  <c:v>28.907699999999998</c:v>
                </c:pt>
                <c:pt idx="402">
                  <c:v>29.6035</c:v>
                </c:pt>
                <c:pt idx="403">
                  <c:v>29.951000000000001</c:v>
                </c:pt>
                <c:pt idx="404">
                  <c:v>29.449300000000001</c:v>
                </c:pt>
                <c:pt idx="405">
                  <c:v>28.759</c:v>
                </c:pt>
                <c:pt idx="406">
                  <c:v>25.424299999999999</c:v>
                </c:pt>
                <c:pt idx="407">
                  <c:v>22.542899999999999</c:v>
                </c:pt>
                <c:pt idx="408">
                  <c:v>21.622599999999998</c:v>
                </c:pt>
                <c:pt idx="409">
                  <c:v>21.992899999999999</c:v>
                </c:pt>
                <c:pt idx="410">
                  <c:v>22.058399999999999</c:v>
                </c:pt>
                <c:pt idx="411">
                  <c:v>22.523</c:v>
                </c:pt>
                <c:pt idx="412">
                  <c:v>25.584800000000001</c:v>
                </c:pt>
                <c:pt idx="413">
                  <c:v>28.786999999999999</c:v>
                </c:pt>
                <c:pt idx="414">
                  <c:v>29.5442</c:v>
                </c:pt>
                <c:pt idx="415">
                  <c:v>30.209</c:v>
                </c:pt>
                <c:pt idx="416">
                  <c:v>29.709</c:v>
                </c:pt>
                <c:pt idx="417">
                  <c:v>28.604199999999999</c:v>
                </c:pt>
                <c:pt idx="418">
                  <c:v>25.191700000000001</c:v>
                </c:pt>
                <c:pt idx="419">
                  <c:v>23.538699999999999</c:v>
                </c:pt>
                <c:pt idx="420">
                  <c:v>22.442599999999999</c:v>
                </c:pt>
                <c:pt idx="421">
                  <c:v>21.7972</c:v>
                </c:pt>
                <c:pt idx="422">
                  <c:v>22.594799999999999</c:v>
                </c:pt>
                <c:pt idx="423">
                  <c:v>24.518699999999999</c:v>
                </c:pt>
                <c:pt idx="424">
                  <c:v>26.173500000000001</c:v>
                </c:pt>
                <c:pt idx="425">
                  <c:v>28.095300000000002</c:v>
                </c:pt>
                <c:pt idx="426">
                  <c:v>29.419</c:v>
                </c:pt>
                <c:pt idx="427">
                  <c:v>30.1294</c:v>
                </c:pt>
                <c:pt idx="428">
                  <c:v>29.472300000000001</c:v>
                </c:pt>
                <c:pt idx="429">
                  <c:v>27.033899999999999</c:v>
                </c:pt>
                <c:pt idx="430">
                  <c:v>25.671700000000001</c:v>
                </c:pt>
                <c:pt idx="431">
                  <c:v>23.306799999999999</c:v>
                </c:pt>
                <c:pt idx="432">
                  <c:v>21.661899999999999</c:v>
                </c:pt>
                <c:pt idx="433">
                  <c:v>21.3032</c:v>
                </c:pt>
                <c:pt idx="434">
                  <c:v>21.195499999999999</c:v>
                </c:pt>
                <c:pt idx="435">
                  <c:v>22.7027</c:v>
                </c:pt>
                <c:pt idx="436">
                  <c:v>25.392600000000002</c:v>
                </c:pt>
                <c:pt idx="437">
                  <c:v>28.286300000000001</c:v>
                </c:pt>
                <c:pt idx="438">
                  <c:v>29.52</c:v>
                </c:pt>
                <c:pt idx="439">
                  <c:v>30.6035</c:v>
                </c:pt>
                <c:pt idx="440">
                  <c:v>29.799700000000001</c:v>
                </c:pt>
                <c:pt idx="441">
                  <c:v>27.8855</c:v>
                </c:pt>
                <c:pt idx="442">
                  <c:v>25.013999999999999</c:v>
                </c:pt>
                <c:pt idx="443">
                  <c:v>24.0471</c:v>
                </c:pt>
                <c:pt idx="444">
                  <c:v>22.5977</c:v>
                </c:pt>
                <c:pt idx="445">
                  <c:v>21.4907</c:v>
                </c:pt>
                <c:pt idx="446">
                  <c:v>21.828399999999998</c:v>
                </c:pt>
                <c:pt idx="447">
                  <c:v>23.015699999999999</c:v>
                </c:pt>
                <c:pt idx="448">
                  <c:v>26.648099999999999</c:v>
                </c:pt>
                <c:pt idx="449">
                  <c:v>29.328299999999999</c:v>
                </c:pt>
                <c:pt idx="450">
                  <c:v>30.116099999999999</c:v>
                </c:pt>
                <c:pt idx="451">
                  <c:v>29.967400000000001</c:v>
                </c:pt>
                <c:pt idx="452">
                  <c:v>29.5853</c:v>
                </c:pt>
                <c:pt idx="453">
                  <c:v>27.703199999999999</c:v>
                </c:pt>
                <c:pt idx="454">
                  <c:v>25.479700000000001</c:v>
                </c:pt>
                <c:pt idx="455">
                  <c:v>24.3032</c:v>
                </c:pt>
                <c:pt idx="456">
                  <c:v>23.598400000000002</c:v>
                </c:pt>
                <c:pt idx="457">
                  <c:v>22.5075</c:v>
                </c:pt>
                <c:pt idx="458">
                  <c:v>22.779699999999998</c:v>
                </c:pt>
                <c:pt idx="459">
                  <c:v>23.969000000000001</c:v>
                </c:pt>
                <c:pt idx="460">
                  <c:v>25.6935</c:v>
                </c:pt>
                <c:pt idx="461">
                  <c:v>28.9663</c:v>
                </c:pt>
                <c:pt idx="462">
                  <c:v>30.633199999999999</c:v>
                </c:pt>
                <c:pt idx="463">
                  <c:v>30.915199999999999</c:v>
                </c:pt>
                <c:pt idx="464">
                  <c:v>30.44</c:v>
                </c:pt>
                <c:pt idx="465">
                  <c:v>28.747699999999998</c:v>
                </c:pt>
                <c:pt idx="466">
                  <c:v>25.757999999999999</c:v>
                </c:pt>
                <c:pt idx="467">
                  <c:v>23.633900000000001</c:v>
                </c:pt>
                <c:pt idx="468">
                  <c:v>21.622900000000001</c:v>
                </c:pt>
                <c:pt idx="469">
                  <c:v>21.22</c:v>
                </c:pt>
                <c:pt idx="470">
                  <c:v>22.413900000000002</c:v>
                </c:pt>
                <c:pt idx="471">
                  <c:v>23.3687</c:v>
                </c:pt>
                <c:pt idx="472">
                  <c:v>26.500299999999999</c:v>
                </c:pt>
                <c:pt idx="473">
                  <c:v>29.4053</c:v>
                </c:pt>
                <c:pt idx="474">
                  <c:v>30.067699999999999</c:v>
                </c:pt>
                <c:pt idx="475">
                  <c:v>31.066500000000001</c:v>
                </c:pt>
                <c:pt idx="476">
                  <c:v>29.515999999999998</c:v>
                </c:pt>
                <c:pt idx="477">
                  <c:v>28.2226</c:v>
                </c:pt>
                <c:pt idx="478">
                  <c:v>26.9407</c:v>
                </c:pt>
                <c:pt idx="479">
                  <c:v>25.056100000000001</c:v>
                </c:pt>
                <c:pt idx="480">
                  <c:v>23.1813</c:v>
                </c:pt>
                <c:pt idx="481">
                  <c:v>22.453600000000002</c:v>
                </c:pt>
                <c:pt idx="482">
                  <c:v>22.298999999999999</c:v>
                </c:pt>
                <c:pt idx="483">
                  <c:v>23.590299999999999</c:v>
                </c:pt>
                <c:pt idx="484">
                  <c:v>26.2255</c:v>
                </c:pt>
                <c:pt idx="485">
                  <c:v>29.266300000000001</c:v>
                </c:pt>
                <c:pt idx="486">
                  <c:v>30.451000000000001</c:v>
                </c:pt>
                <c:pt idx="487">
                  <c:v>30.919</c:v>
                </c:pt>
                <c:pt idx="488">
                  <c:v>30.090699999999998</c:v>
                </c:pt>
                <c:pt idx="489">
                  <c:v>28.438400000000001</c:v>
                </c:pt>
                <c:pt idx="490">
                  <c:v>25.980699999999999</c:v>
                </c:pt>
                <c:pt idx="491">
                  <c:v>24.433900000000001</c:v>
                </c:pt>
                <c:pt idx="492">
                  <c:v>22.642600000000002</c:v>
                </c:pt>
                <c:pt idx="493">
                  <c:v>21.449300000000001</c:v>
                </c:pt>
                <c:pt idx="494">
                  <c:v>23.272600000000001</c:v>
                </c:pt>
                <c:pt idx="495">
                  <c:v>24.436</c:v>
                </c:pt>
                <c:pt idx="496">
                  <c:v>26.2468</c:v>
                </c:pt>
                <c:pt idx="497">
                  <c:v>28.386700000000001</c:v>
                </c:pt>
                <c:pt idx="498">
                  <c:v>30.290600000000001</c:v>
                </c:pt>
                <c:pt idx="499">
                  <c:v>30.526499999999999</c:v>
                </c:pt>
                <c:pt idx="500">
                  <c:v>30.5107</c:v>
                </c:pt>
              </c:numCache>
            </c:numRef>
          </c:yVal>
          <c:smooth val="1"/>
        </c:ser>
        <c:dLbls>
          <c:showLegendKey val="0"/>
          <c:showVal val="0"/>
          <c:showCatName val="0"/>
          <c:showSerName val="0"/>
          <c:showPercent val="0"/>
          <c:showBubbleSize val="0"/>
        </c:dLbls>
        <c:axId val="270590208"/>
        <c:axId val="270589816"/>
      </c:scatterChart>
      <c:valAx>
        <c:axId val="270589816"/>
        <c:scaling>
          <c:orientation val="minMax"/>
          <c:max val="33"/>
          <c:min val="15"/>
        </c:scaling>
        <c:delete val="0"/>
        <c:axPos val="l"/>
        <c:majorGridlines>
          <c:spPr>
            <a:ln w="9525">
              <a:solidFill>
                <a:srgbClr val="D7E2E7"/>
              </a:solidFill>
            </a:ln>
          </c:spPr>
        </c:majorGridlines>
        <c:title>
          <c:tx>
            <c:rich>
              <a:bodyPr/>
              <a:lstStyle/>
              <a:p>
                <a:r>
                  <a:rPr lang="en-US" sz="1275">
                    <a:solidFill>
                      <a:srgbClr val="526C78"/>
                    </a:solidFill>
                    <a:latin typeface="DejaVu Sans"/>
                    <a:ea typeface="DejaVu Sans"/>
                    <a:cs typeface="DejaVu Sans"/>
                  </a:rPr>
                  <a:t>SST (°C)</a:t>
                </a:r>
              </a:p>
            </c:rich>
          </c:tx>
          <c:layout/>
          <c:overlay val="0"/>
        </c:title>
        <c:numFmt formatCode="0" sourceLinked="1"/>
        <c:majorTickMark val="none"/>
        <c:minorTickMark val="none"/>
        <c:tickLblPos val="nextTo"/>
        <c:spPr>
          <a:ln w="0">
            <a:noFill/>
          </a:ln>
        </c:spPr>
        <c:txPr>
          <a:bodyPr anchorCtr="1"/>
          <a:lstStyle/>
          <a:p>
            <a:pPr>
              <a:defRPr sz="1200">
                <a:solidFill>
                  <a:srgbClr val="526C78"/>
                </a:solidFill>
                <a:latin typeface="DejaVu Sans"/>
                <a:ea typeface="DejaVu Sans"/>
                <a:cs typeface="DejaVu Sans"/>
              </a:defRPr>
            </a:pPr>
            <a:endParaRPr lang="en-US"/>
          </a:p>
        </c:txPr>
        <c:crossAx val="270590208"/>
        <c:crossesAt val="15"/>
        <c:crossBetween val="midCat"/>
        <c:majorUnit val="3"/>
      </c:valAx>
      <c:valAx>
        <c:axId val="270590208"/>
        <c:scaling>
          <c:orientation val="minMax"/>
          <c:max val="2027"/>
          <c:min val="1985"/>
        </c:scaling>
        <c:delete val="0"/>
        <c:axPos val="b"/>
        <c:title>
          <c:tx>
            <c:rich>
              <a:bodyPr/>
              <a:lstStyle/>
              <a:p>
                <a:r>
                  <a:rPr lang="en-US" sz="1200">
                    <a:solidFill>
                      <a:srgbClr val="526C78"/>
                    </a:solidFill>
                    <a:latin typeface="DejaVu Sans"/>
                    <a:ea typeface="DejaVu Sans"/>
                    <a:cs typeface="DejaVu Sans"/>
                  </a:rPr>
                  <a:t>Year</a:t>
                </a:r>
              </a:p>
            </c:rich>
          </c:tx>
          <c:layout/>
          <c:overlay val="0"/>
        </c:title>
        <c:numFmt formatCode="General" sourceLinked="1"/>
        <c:majorTickMark val="none"/>
        <c:minorTickMark val="none"/>
        <c:tickLblPos val="nextTo"/>
        <c:spPr>
          <a:ln w="9525">
            <a:solidFill>
              <a:srgbClr val="D7E2E7"/>
            </a:solidFill>
          </a:ln>
        </c:spPr>
        <c:txPr>
          <a:bodyPr anchorCtr="1"/>
          <a:lstStyle/>
          <a:p>
            <a:pPr>
              <a:defRPr sz="1200">
                <a:solidFill>
                  <a:srgbClr val="526C78"/>
                </a:solidFill>
                <a:latin typeface="DejaVu Sans"/>
                <a:ea typeface="DejaVu Sans"/>
                <a:cs typeface="DejaVu Sans"/>
              </a:defRPr>
            </a:pPr>
            <a:endParaRPr lang="en-US"/>
          </a:p>
        </c:txPr>
        <c:crossAx val="270589816"/>
        <c:crossesAt val="1985"/>
        <c:crossBetween val="midCat"/>
        <c:majorUnit val="5"/>
      </c:valAx>
      <c:spPr>
        <a:solidFill>
          <a:srgbClr val="FFFFFF"/>
        </a:solidFill>
      </c:spPr>
    </c:plotArea>
    <c:legend>
      <c:legendPos val="b"/>
      <c:layout/>
      <c:overlay val="0"/>
      <c:txPr>
        <a:bodyPr anchorCtr="1"/>
        <a:lstStyle/>
        <a:p>
          <a:pPr>
            <a:defRPr sz="1275">
              <a:solidFill>
                <a:srgbClr val="526C78"/>
              </a:solidFill>
              <a:latin typeface="DejaVu Sans"/>
              <a:ea typeface="DejaVu Sans"/>
              <a:cs typeface="DejaVu Sans"/>
            </a:defRPr>
          </a:pPr>
          <a:endParaRPr lang="en-US"/>
        </a:p>
      </c:txPr>
    </c:legend>
    <c:plotVisOnly val="1"/>
    <c:dispBlanksAs val="gap"/>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roundedCorners val="1"/>
  <c:style val="2"/>
  <c:chart>
    <c:title>
      <c:tx>
        <c:rich>
          <a:bodyPr/>
          <a:lstStyle/>
          <a:p>
            <a:r>
              <a:rPr lang="en-US" sz="1650" b="1">
                <a:solidFill>
                  <a:srgbClr val="183A4C"/>
                </a:solidFill>
                <a:latin typeface="DejaVu Sans"/>
                <a:ea typeface="DejaVu Sans"/>
                <a:cs typeface="DejaVu Sans"/>
              </a:rPr>
              <a:t>Flower Garden Banks monthly SST</a:t>
            </a:r>
          </a:p>
        </c:rich>
      </c:tx>
      <c:layout/>
      <c:overlay val="0"/>
    </c:title>
    <c:autoTitleDeleted val="0"/>
    <c:plotArea>
      <c:layout/>
      <c:scatterChart>
        <c:scatterStyle val="lineMarker"/>
        <c:varyColors val="0"/>
        <c:ser>
          <c:idx val="0"/>
          <c:order val="0"/>
          <c:tx>
            <c:v>17-site mean</c:v>
          </c:tx>
          <c:spPr>
            <a:ln w="18098">
              <a:solidFill>
                <a:srgbClr val="102F43"/>
              </a:solidFill>
              <a:prstDash val="solid"/>
            </a:ln>
          </c:spPr>
          <c:marker>
            <c:symbol val="none"/>
          </c:marker>
          <c:xVal>
            <c:numRef>
              <c:f>'Chart Data'!$A$2:$A$492</c:f>
              <c:numCache>
                <c:formatCode>General</c:formatCode>
                <c:ptCount val="491"/>
                <c:pt idx="0">
                  <c:v>1985</c:v>
                </c:pt>
                <c:pt idx="1">
                  <c:v>1985.083333</c:v>
                </c:pt>
                <c:pt idx="2">
                  <c:v>1985.166667</c:v>
                </c:pt>
                <c:pt idx="3">
                  <c:v>1985.25</c:v>
                </c:pt>
                <c:pt idx="4">
                  <c:v>1985.333333</c:v>
                </c:pt>
                <c:pt idx="5">
                  <c:v>1985.416667</c:v>
                </c:pt>
                <c:pt idx="6">
                  <c:v>1985.5</c:v>
                </c:pt>
                <c:pt idx="7">
                  <c:v>1985.583333</c:v>
                </c:pt>
                <c:pt idx="8">
                  <c:v>1985.666667</c:v>
                </c:pt>
                <c:pt idx="9">
                  <c:v>1985.75</c:v>
                </c:pt>
                <c:pt idx="10">
                  <c:v>1985.833333</c:v>
                </c:pt>
                <c:pt idx="11">
                  <c:v>1985.916667</c:v>
                </c:pt>
                <c:pt idx="12">
                  <c:v>1986</c:v>
                </c:pt>
                <c:pt idx="13">
                  <c:v>1986.083333</c:v>
                </c:pt>
                <c:pt idx="14">
                  <c:v>1986.166667</c:v>
                </c:pt>
                <c:pt idx="15">
                  <c:v>1986.25</c:v>
                </c:pt>
                <c:pt idx="16">
                  <c:v>1986.333333</c:v>
                </c:pt>
                <c:pt idx="17">
                  <c:v>1986.416667</c:v>
                </c:pt>
                <c:pt idx="18">
                  <c:v>1986.5</c:v>
                </c:pt>
                <c:pt idx="19">
                  <c:v>1986.583333</c:v>
                </c:pt>
                <c:pt idx="20">
                  <c:v>1986.666667</c:v>
                </c:pt>
                <c:pt idx="21">
                  <c:v>1986.75</c:v>
                </c:pt>
                <c:pt idx="22">
                  <c:v>1986.833333</c:v>
                </c:pt>
                <c:pt idx="23">
                  <c:v>1986.916667</c:v>
                </c:pt>
                <c:pt idx="24">
                  <c:v>1987</c:v>
                </c:pt>
                <c:pt idx="25">
                  <c:v>1987.083333</c:v>
                </c:pt>
                <c:pt idx="26">
                  <c:v>1987.166667</c:v>
                </c:pt>
                <c:pt idx="27">
                  <c:v>1987.25</c:v>
                </c:pt>
                <c:pt idx="28">
                  <c:v>1987.333333</c:v>
                </c:pt>
                <c:pt idx="29">
                  <c:v>1987.416667</c:v>
                </c:pt>
                <c:pt idx="30">
                  <c:v>1987.5</c:v>
                </c:pt>
                <c:pt idx="31">
                  <c:v>1987.583333</c:v>
                </c:pt>
                <c:pt idx="32">
                  <c:v>1987.666667</c:v>
                </c:pt>
                <c:pt idx="33">
                  <c:v>1987.75</c:v>
                </c:pt>
                <c:pt idx="34">
                  <c:v>1987.833333</c:v>
                </c:pt>
                <c:pt idx="35">
                  <c:v>1987.916667</c:v>
                </c:pt>
                <c:pt idx="36">
                  <c:v>1988</c:v>
                </c:pt>
                <c:pt idx="37">
                  <c:v>1988.083333</c:v>
                </c:pt>
                <c:pt idx="38">
                  <c:v>1988.166667</c:v>
                </c:pt>
                <c:pt idx="39">
                  <c:v>1988.25</c:v>
                </c:pt>
                <c:pt idx="40">
                  <c:v>1988.333333</c:v>
                </c:pt>
                <c:pt idx="41">
                  <c:v>1988.416667</c:v>
                </c:pt>
                <c:pt idx="42">
                  <c:v>1988.5</c:v>
                </c:pt>
                <c:pt idx="43">
                  <c:v>1988.583333</c:v>
                </c:pt>
                <c:pt idx="44">
                  <c:v>1988.666667</c:v>
                </c:pt>
                <c:pt idx="45">
                  <c:v>1988.75</c:v>
                </c:pt>
                <c:pt idx="46">
                  <c:v>1988.833333</c:v>
                </c:pt>
                <c:pt idx="47">
                  <c:v>1988.916667</c:v>
                </c:pt>
                <c:pt idx="48">
                  <c:v>1989</c:v>
                </c:pt>
                <c:pt idx="49">
                  <c:v>1989.083333</c:v>
                </c:pt>
                <c:pt idx="50">
                  <c:v>1989.166667</c:v>
                </c:pt>
                <c:pt idx="51">
                  <c:v>1989.25</c:v>
                </c:pt>
                <c:pt idx="52">
                  <c:v>1989.333333</c:v>
                </c:pt>
                <c:pt idx="53">
                  <c:v>1989.416667</c:v>
                </c:pt>
                <c:pt idx="54">
                  <c:v>1989.5</c:v>
                </c:pt>
                <c:pt idx="55">
                  <c:v>1989.583333</c:v>
                </c:pt>
                <c:pt idx="56">
                  <c:v>1989.666667</c:v>
                </c:pt>
                <c:pt idx="57">
                  <c:v>1989.75</c:v>
                </c:pt>
                <c:pt idx="58">
                  <c:v>1989.833333</c:v>
                </c:pt>
                <c:pt idx="59">
                  <c:v>1989.916667</c:v>
                </c:pt>
                <c:pt idx="60">
                  <c:v>1990</c:v>
                </c:pt>
                <c:pt idx="61">
                  <c:v>1990.083333</c:v>
                </c:pt>
                <c:pt idx="62">
                  <c:v>1990.166667</c:v>
                </c:pt>
                <c:pt idx="63">
                  <c:v>1990.25</c:v>
                </c:pt>
                <c:pt idx="64">
                  <c:v>1990.333333</c:v>
                </c:pt>
                <c:pt idx="65">
                  <c:v>1990.416667</c:v>
                </c:pt>
                <c:pt idx="66">
                  <c:v>1990.5</c:v>
                </c:pt>
                <c:pt idx="67">
                  <c:v>1990.583333</c:v>
                </c:pt>
                <c:pt idx="68">
                  <c:v>1990.666667</c:v>
                </c:pt>
                <c:pt idx="69">
                  <c:v>1990.75</c:v>
                </c:pt>
                <c:pt idx="70">
                  <c:v>1990.833333</c:v>
                </c:pt>
                <c:pt idx="71">
                  <c:v>1990.916667</c:v>
                </c:pt>
                <c:pt idx="72">
                  <c:v>1991</c:v>
                </c:pt>
                <c:pt idx="73">
                  <c:v>1991.083333</c:v>
                </c:pt>
                <c:pt idx="74">
                  <c:v>1991.166667</c:v>
                </c:pt>
                <c:pt idx="75">
                  <c:v>1991.25</c:v>
                </c:pt>
                <c:pt idx="76">
                  <c:v>1991.333333</c:v>
                </c:pt>
                <c:pt idx="77">
                  <c:v>1991.416667</c:v>
                </c:pt>
                <c:pt idx="78">
                  <c:v>1991.5</c:v>
                </c:pt>
                <c:pt idx="79">
                  <c:v>1991.583333</c:v>
                </c:pt>
                <c:pt idx="80">
                  <c:v>1991.666667</c:v>
                </c:pt>
                <c:pt idx="81">
                  <c:v>1991.75</c:v>
                </c:pt>
                <c:pt idx="82">
                  <c:v>1991.833333</c:v>
                </c:pt>
                <c:pt idx="83">
                  <c:v>1991.916667</c:v>
                </c:pt>
                <c:pt idx="84">
                  <c:v>1992</c:v>
                </c:pt>
                <c:pt idx="85">
                  <c:v>1992.083333</c:v>
                </c:pt>
                <c:pt idx="86">
                  <c:v>1992.166667</c:v>
                </c:pt>
                <c:pt idx="87">
                  <c:v>1992.25</c:v>
                </c:pt>
                <c:pt idx="88">
                  <c:v>1992.333333</c:v>
                </c:pt>
                <c:pt idx="89">
                  <c:v>1992.416667</c:v>
                </c:pt>
                <c:pt idx="90">
                  <c:v>1992.5</c:v>
                </c:pt>
                <c:pt idx="91">
                  <c:v>1992.583333</c:v>
                </c:pt>
                <c:pt idx="92">
                  <c:v>1992.666667</c:v>
                </c:pt>
                <c:pt idx="93">
                  <c:v>1992.75</c:v>
                </c:pt>
                <c:pt idx="94">
                  <c:v>1992.833333</c:v>
                </c:pt>
                <c:pt idx="95">
                  <c:v>1992.916667</c:v>
                </c:pt>
                <c:pt idx="96">
                  <c:v>1993</c:v>
                </c:pt>
                <c:pt idx="97">
                  <c:v>1993.083333</c:v>
                </c:pt>
                <c:pt idx="98">
                  <c:v>1993.166667</c:v>
                </c:pt>
                <c:pt idx="99">
                  <c:v>1993.25</c:v>
                </c:pt>
                <c:pt idx="100">
                  <c:v>1993.333333</c:v>
                </c:pt>
                <c:pt idx="101">
                  <c:v>1993.416667</c:v>
                </c:pt>
                <c:pt idx="102">
                  <c:v>1993.5</c:v>
                </c:pt>
                <c:pt idx="103">
                  <c:v>1993.583333</c:v>
                </c:pt>
                <c:pt idx="104">
                  <c:v>1993.666667</c:v>
                </c:pt>
                <c:pt idx="105">
                  <c:v>1993.75</c:v>
                </c:pt>
                <c:pt idx="106">
                  <c:v>1993.833333</c:v>
                </c:pt>
                <c:pt idx="107">
                  <c:v>1993.916667</c:v>
                </c:pt>
                <c:pt idx="108">
                  <c:v>1994</c:v>
                </c:pt>
                <c:pt idx="109">
                  <c:v>1994.083333</c:v>
                </c:pt>
                <c:pt idx="110">
                  <c:v>1994.166667</c:v>
                </c:pt>
                <c:pt idx="111">
                  <c:v>1994.25</c:v>
                </c:pt>
                <c:pt idx="112">
                  <c:v>1994.333333</c:v>
                </c:pt>
                <c:pt idx="113">
                  <c:v>1994.416667</c:v>
                </c:pt>
                <c:pt idx="114">
                  <c:v>1994.5</c:v>
                </c:pt>
                <c:pt idx="115">
                  <c:v>1994.583333</c:v>
                </c:pt>
                <c:pt idx="116">
                  <c:v>1994.666667</c:v>
                </c:pt>
                <c:pt idx="117">
                  <c:v>1994.75</c:v>
                </c:pt>
                <c:pt idx="118">
                  <c:v>1994.833333</c:v>
                </c:pt>
                <c:pt idx="119">
                  <c:v>1994.916667</c:v>
                </c:pt>
                <c:pt idx="120">
                  <c:v>1995</c:v>
                </c:pt>
                <c:pt idx="121">
                  <c:v>1995.083333</c:v>
                </c:pt>
                <c:pt idx="122">
                  <c:v>1995.166667</c:v>
                </c:pt>
                <c:pt idx="123">
                  <c:v>1995.25</c:v>
                </c:pt>
                <c:pt idx="124">
                  <c:v>1995.333333</c:v>
                </c:pt>
                <c:pt idx="125">
                  <c:v>1995.416667</c:v>
                </c:pt>
                <c:pt idx="126">
                  <c:v>1995.5</c:v>
                </c:pt>
                <c:pt idx="127">
                  <c:v>1995.583333</c:v>
                </c:pt>
                <c:pt idx="128">
                  <c:v>1995.666667</c:v>
                </c:pt>
                <c:pt idx="129">
                  <c:v>1995.75</c:v>
                </c:pt>
                <c:pt idx="130">
                  <c:v>1995.833333</c:v>
                </c:pt>
                <c:pt idx="131">
                  <c:v>1995.916667</c:v>
                </c:pt>
                <c:pt idx="132">
                  <c:v>1996</c:v>
                </c:pt>
                <c:pt idx="133">
                  <c:v>1996.083333</c:v>
                </c:pt>
                <c:pt idx="134">
                  <c:v>1996.166667</c:v>
                </c:pt>
                <c:pt idx="135">
                  <c:v>1996.25</c:v>
                </c:pt>
                <c:pt idx="136">
                  <c:v>1996.333333</c:v>
                </c:pt>
                <c:pt idx="137">
                  <c:v>1996.416667</c:v>
                </c:pt>
                <c:pt idx="138">
                  <c:v>1996.5</c:v>
                </c:pt>
                <c:pt idx="139">
                  <c:v>1996.583333</c:v>
                </c:pt>
                <c:pt idx="140">
                  <c:v>1996.666667</c:v>
                </c:pt>
                <c:pt idx="141">
                  <c:v>1996.75</c:v>
                </c:pt>
                <c:pt idx="142">
                  <c:v>1996.833333</c:v>
                </c:pt>
                <c:pt idx="143">
                  <c:v>1996.916667</c:v>
                </c:pt>
                <c:pt idx="144">
                  <c:v>1997</c:v>
                </c:pt>
                <c:pt idx="145">
                  <c:v>1997.083333</c:v>
                </c:pt>
                <c:pt idx="146">
                  <c:v>1997.166667</c:v>
                </c:pt>
                <c:pt idx="147">
                  <c:v>1997.25</c:v>
                </c:pt>
                <c:pt idx="148">
                  <c:v>1997.333333</c:v>
                </c:pt>
                <c:pt idx="149">
                  <c:v>1997.416667</c:v>
                </c:pt>
                <c:pt idx="150">
                  <c:v>1997.5</c:v>
                </c:pt>
                <c:pt idx="151">
                  <c:v>1997.583333</c:v>
                </c:pt>
                <c:pt idx="152">
                  <c:v>1997.666667</c:v>
                </c:pt>
                <c:pt idx="153">
                  <c:v>1997.75</c:v>
                </c:pt>
                <c:pt idx="154">
                  <c:v>1997.833333</c:v>
                </c:pt>
                <c:pt idx="155">
                  <c:v>1997.916667</c:v>
                </c:pt>
                <c:pt idx="156">
                  <c:v>1998</c:v>
                </c:pt>
                <c:pt idx="157">
                  <c:v>1998.083333</c:v>
                </c:pt>
                <c:pt idx="158">
                  <c:v>1998.166667</c:v>
                </c:pt>
                <c:pt idx="159">
                  <c:v>1998.25</c:v>
                </c:pt>
                <c:pt idx="160">
                  <c:v>1998.333333</c:v>
                </c:pt>
                <c:pt idx="161">
                  <c:v>1998.416667</c:v>
                </c:pt>
                <c:pt idx="162">
                  <c:v>1998.5</c:v>
                </c:pt>
                <c:pt idx="163">
                  <c:v>1998.583333</c:v>
                </c:pt>
                <c:pt idx="164">
                  <c:v>1998.666667</c:v>
                </c:pt>
                <c:pt idx="165">
                  <c:v>1998.75</c:v>
                </c:pt>
                <c:pt idx="166">
                  <c:v>1998.833333</c:v>
                </c:pt>
                <c:pt idx="167">
                  <c:v>1998.916667</c:v>
                </c:pt>
                <c:pt idx="168">
                  <c:v>1999</c:v>
                </c:pt>
                <c:pt idx="169">
                  <c:v>1999.083333</c:v>
                </c:pt>
                <c:pt idx="170">
                  <c:v>1999.166667</c:v>
                </c:pt>
                <c:pt idx="171">
                  <c:v>1999.25</c:v>
                </c:pt>
                <c:pt idx="172">
                  <c:v>1999.333333</c:v>
                </c:pt>
                <c:pt idx="173">
                  <c:v>1999.416667</c:v>
                </c:pt>
                <c:pt idx="174">
                  <c:v>1999.5</c:v>
                </c:pt>
                <c:pt idx="175">
                  <c:v>1999.583333</c:v>
                </c:pt>
                <c:pt idx="176">
                  <c:v>1999.666667</c:v>
                </c:pt>
                <c:pt idx="177">
                  <c:v>1999.75</c:v>
                </c:pt>
                <c:pt idx="178">
                  <c:v>1999.833333</c:v>
                </c:pt>
                <c:pt idx="179">
                  <c:v>1999.916667</c:v>
                </c:pt>
                <c:pt idx="180">
                  <c:v>2000</c:v>
                </c:pt>
                <c:pt idx="181">
                  <c:v>2000.083333</c:v>
                </c:pt>
                <c:pt idx="182">
                  <c:v>2000.166667</c:v>
                </c:pt>
                <c:pt idx="183">
                  <c:v>2000.25</c:v>
                </c:pt>
                <c:pt idx="184">
                  <c:v>2000.333333</c:v>
                </c:pt>
                <c:pt idx="185">
                  <c:v>2000.416667</c:v>
                </c:pt>
                <c:pt idx="186">
                  <c:v>2000.5</c:v>
                </c:pt>
                <c:pt idx="187">
                  <c:v>2000.583333</c:v>
                </c:pt>
                <c:pt idx="188">
                  <c:v>2000.666667</c:v>
                </c:pt>
                <c:pt idx="189">
                  <c:v>2000.75</c:v>
                </c:pt>
                <c:pt idx="190">
                  <c:v>2000.833333</c:v>
                </c:pt>
                <c:pt idx="191">
                  <c:v>2000.916667</c:v>
                </c:pt>
                <c:pt idx="192">
                  <c:v>2001</c:v>
                </c:pt>
                <c:pt idx="193">
                  <c:v>2001.083333</c:v>
                </c:pt>
                <c:pt idx="194">
                  <c:v>2001.166667</c:v>
                </c:pt>
                <c:pt idx="195">
                  <c:v>2001.25</c:v>
                </c:pt>
                <c:pt idx="196">
                  <c:v>2001.333333</c:v>
                </c:pt>
                <c:pt idx="197">
                  <c:v>2001.416667</c:v>
                </c:pt>
                <c:pt idx="198">
                  <c:v>2001.5</c:v>
                </c:pt>
                <c:pt idx="199">
                  <c:v>2001.583333</c:v>
                </c:pt>
                <c:pt idx="200">
                  <c:v>2001.666667</c:v>
                </c:pt>
                <c:pt idx="201">
                  <c:v>2001.75</c:v>
                </c:pt>
                <c:pt idx="202">
                  <c:v>2001.833333</c:v>
                </c:pt>
                <c:pt idx="203">
                  <c:v>2001.916667</c:v>
                </c:pt>
                <c:pt idx="204">
                  <c:v>2002</c:v>
                </c:pt>
                <c:pt idx="205">
                  <c:v>2002.083333</c:v>
                </c:pt>
                <c:pt idx="206">
                  <c:v>2002.166667</c:v>
                </c:pt>
                <c:pt idx="207">
                  <c:v>2002.25</c:v>
                </c:pt>
                <c:pt idx="208">
                  <c:v>2002.333333</c:v>
                </c:pt>
                <c:pt idx="209">
                  <c:v>2002.416667</c:v>
                </c:pt>
                <c:pt idx="210">
                  <c:v>2002.5</c:v>
                </c:pt>
                <c:pt idx="211">
                  <c:v>2002.583333</c:v>
                </c:pt>
                <c:pt idx="212">
                  <c:v>2002.666667</c:v>
                </c:pt>
                <c:pt idx="213">
                  <c:v>2002.75</c:v>
                </c:pt>
                <c:pt idx="214">
                  <c:v>2002.833333</c:v>
                </c:pt>
                <c:pt idx="215">
                  <c:v>2002.916667</c:v>
                </c:pt>
                <c:pt idx="216">
                  <c:v>2003</c:v>
                </c:pt>
                <c:pt idx="217">
                  <c:v>2003.083333</c:v>
                </c:pt>
                <c:pt idx="218">
                  <c:v>2003.166667</c:v>
                </c:pt>
                <c:pt idx="219">
                  <c:v>2003.25</c:v>
                </c:pt>
                <c:pt idx="220">
                  <c:v>2003.333333</c:v>
                </c:pt>
                <c:pt idx="221">
                  <c:v>2003.416667</c:v>
                </c:pt>
                <c:pt idx="222">
                  <c:v>2003.5</c:v>
                </c:pt>
                <c:pt idx="223">
                  <c:v>2003.583333</c:v>
                </c:pt>
                <c:pt idx="224">
                  <c:v>2003.666667</c:v>
                </c:pt>
                <c:pt idx="225">
                  <c:v>2003.75</c:v>
                </c:pt>
                <c:pt idx="226">
                  <c:v>2003.833333</c:v>
                </c:pt>
                <c:pt idx="227">
                  <c:v>2003.916667</c:v>
                </c:pt>
                <c:pt idx="228">
                  <c:v>2004</c:v>
                </c:pt>
                <c:pt idx="229">
                  <c:v>2004.083333</c:v>
                </c:pt>
                <c:pt idx="230">
                  <c:v>2004.166667</c:v>
                </c:pt>
                <c:pt idx="231">
                  <c:v>2004.25</c:v>
                </c:pt>
                <c:pt idx="232">
                  <c:v>2004.333333</c:v>
                </c:pt>
                <c:pt idx="233">
                  <c:v>2004.416667</c:v>
                </c:pt>
                <c:pt idx="234">
                  <c:v>2004.5</c:v>
                </c:pt>
                <c:pt idx="235">
                  <c:v>2004.583333</c:v>
                </c:pt>
                <c:pt idx="236">
                  <c:v>2004.666667</c:v>
                </c:pt>
                <c:pt idx="237">
                  <c:v>2004.75</c:v>
                </c:pt>
                <c:pt idx="238">
                  <c:v>2004.833333</c:v>
                </c:pt>
                <c:pt idx="239">
                  <c:v>2004.916667</c:v>
                </c:pt>
                <c:pt idx="240">
                  <c:v>2005</c:v>
                </c:pt>
                <c:pt idx="241">
                  <c:v>2005.083333</c:v>
                </c:pt>
                <c:pt idx="242">
                  <c:v>2005.166667</c:v>
                </c:pt>
                <c:pt idx="243">
                  <c:v>2005.25</c:v>
                </c:pt>
                <c:pt idx="244">
                  <c:v>2005.333333</c:v>
                </c:pt>
                <c:pt idx="245">
                  <c:v>2005.416667</c:v>
                </c:pt>
                <c:pt idx="246">
                  <c:v>2005.5</c:v>
                </c:pt>
                <c:pt idx="247">
                  <c:v>2005.583333</c:v>
                </c:pt>
                <c:pt idx="248">
                  <c:v>2005.666667</c:v>
                </c:pt>
                <c:pt idx="249">
                  <c:v>2005.75</c:v>
                </c:pt>
                <c:pt idx="250">
                  <c:v>2005.833333</c:v>
                </c:pt>
                <c:pt idx="251">
                  <c:v>2005.916667</c:v>
                </c:pt>
                <c:pt idx="252">
                  <c:v>2006</c:v>
                </c:pt>
                <c:pt idx="253">
                  <c:v>2006.083333</c:v>
                </c:pt>
                <c:pt idx="254">
                  <c:v>2006.166667</c:v>
                </c:pt>
                <c:pt idx="255">
                  <c:v>2006.25</c:v>
                </c:pt>
                <c:pt idx="256">
                  <c:v>2006.333333</c:v>
                </c:pt>
                <c:pt idx="257">
                  <c:v>2006.416667</c:v>
                </c:pt>
                <c:pt idx="258">
                  <c:v>2006.5</c:v>
                </c:pt>
                <c:pt idx="259">
                  <c:v>2006.583333</c:v>
                </c:pt>
                <c:pt idx="260">
                  <c:v>2006.666667</c:v>
                </c:pt>
                <c:pt idx="261">
                  <c:v>2006.75</c:v>
                </c:pt>
                <c:pt idx="262">
                  <c:v>2006.833333</c:v>
                </c:pt>
                <c:pt idx="263">
                  <c:v>2006.916667</c:v>
                </c:pt>
                <c:pt idx="264">
                  <c:v>2007</c:v>
                </c:pt>
                <c:pt idx="265">
                  <c:v>2007.083333</c:v>
                </c:pt>
                <c:pt idx="266">
                  <c:v>2007.166667</c:v>
                </c:pt>
                <c:pt idx="267">
                  <c:v>2007.25</c:v>
                </c:pt>
                <c:pt idx="268">
                  <c:v>2007.333333</c:v>
                </c:pt>
                <c:pt idx="269">
                  <c:v>2007.416667</c:v>
                </c:pt>
                <c:pt idx="270">
                  <c:v>2007.5</c:v>
                </c:pt>
                <c:pt idx="271">
                  <c:v>2007.583333</c:v>
                </c:pt>
                <c:pt idx="272">
                  <c:v>2007.666667</c:v>
                </c:pt>
                <c:pt idx="273">
                  <c:v>2007.75</c:v>
                </c:pt>
                <c:pt idx="274">
                  <c:v>2007.833333</c:v>
                </c:pt>
                <c:pt idx="275">
                  <c:v>2007.916667</c:v>
                </c:pt>
                <c:pt idx="276">
                  <c:v>2008</c:v>
                </c:pt>
                <c:pt idx="277">
                  <c:v>2008.083333</c:v>
                </c:pt>
                <c:pt idx="278">
                  <c:v>2008.166667</c:v>
                </c:pt>
                <c:pt idx="279">
                  <c:v>2008.25</c:v>
                </c:pt>
                <c:pt idx="280">
                  <c:v>2008.333333</c:v>
                </c:pt>
                <c:pt idx="281">
                  <c:v>2008.416667</c:v>
                </c:pt>
                <c:pt idx="282">
                  <c:v>2008.5</c:v>
                </c:pt>
                <c:pt idx="283">
                  <c:v>2008.583333</c:v>
                </c:pt>
                <c:pt idx="284">
                  <c:v>2008.666667</c:v>
                </c:pt>
                <c:pt idx="285">
                  <c:v>2008.75</c:v>
                </c:pt>
                <c:pt idx="286">
                  <c:v>2008.833333</c:v>
                </c:pt>
                <c:pt idx="287">
                  <c:v>2008.916667</c:v>
                </c:pt>
                <c:pt idx="288">
                  <c:v>2009</c:v>
                </c:pt>
                <c:pt idx="289">
                  <c:v>2009.083333</c:v>
                </c:pt>
                <c:pt idx="290">
                  <c:v>2009.166667</c:v>
                </c:pt>
                <c:pt idx="291">
                  <c:v>2009.25</c:v>
                </c:pt>
                <c:pt idx="292">
                  <c:v>2009.333333</c:v>
                </c:pt>
                <c:pt idx="293">
                  <c:v>2009.416667</c:v>
                </c:pt>
                <c:pt idx="294">
                  <c:v>2009.5</c:v>
                </c:pt>
                <c:pt idx="295">
                  <c:v>2009.583333</c:v>
                </c:pt>
                <c:pt idx="296">
                  <c:v>2009.666667</c:v>
                </c:pt>
                <c:pt idx="297">
                  <c:v>2009.75</c:v>
                </c:pt>
                <c:pt idx="298">
                  <c:v>2009.833333</c:v>
                </c:pt>
                <c:pt idx="299">
                  <c:v>2009.916667</c:v>
                </c:pt>
                <c:pt idx="300">
                  <c:v>2010</c:v>
                </c:pt>
                <c:pt idx="301">
                  <c:v>2010.083333</c:v>
                </c:pt>
                <c:pt idx="302">
                  <c:v>2010.166667</c:v>
                </c:pt>
                <c:pt idx="303">
                  <c:v>2010.25</c:v>
                </c:pt>
                <c:pt idx="304">
                  <c:v>2010.333333</c:v>
                </c:pt>
                <c:pt idx="305">
                  <c:v>2010.416667</c:v>
                </c:pt>
                <c:pt idx="306">
                  <c:v>2010.5</c:v>
                </c:pt>
                <c:pt idx="307">
                  <c:v>2010.583333</c:v>
                </c:pt>
                <c:pt idx="308">
                  <c:v>2010.666667</c:v>
                </c:pt>
                <c:pt idx="309">
                  <c:v>2010.75</c:v>
                </c:pt>
                <c:pt idx="310">
                  <c:v>2010.833333</c:v>
                </c:pt>
                <c:pt idx="311">
                  <c:v>2010.916667</c:v>
                </c:pt>
                <c:pt idx="312">
                  <c:v>2011</c:v>
                </c:pt>
                <c:pt idx="313">
                  <c:v>2011.083333</c:v>
                </c:pt>
                <c:pt idx="314">
                  <c:v>2011.166667</c:v>
                </c:pt>
                <c:pt idx="315">
                  <c:v>2011.25</c:v>
                </c:pt>
                <c:pt idx="316">
                  <c:v>2011.333333</c:v>
                </c:pt>
                <c:pt idx="317">
                  <c:v>2011.416667</c:v>
                </c:pt>
                <c:pt idx="318">
                  <c:v>2011.5</c:v>
                </c:pt>
                <c:pt idx="319">
                  <c:v>2011.583333</c:v>
                </c:pt>
                <c:pt idx="320">
                  <c:v>2011.666667</c:v>
                </c:pt>
                <c:pt idx="321">
                  <c:v>2011.75</c:v>
                </c:pt>
                <c:pt idx="322">
                  <c:v>2011.833333</c:v>
                </c:pt>
                <c:pt idx="323">
                  <c:v>2011.916667</c:v>
                </c:pt>
                <c:pt idx="324">
                  <c:v>2012</c:v>
                </c:pt>
                <c:pt idx="325">
                  <c:v>2012.083333</c:v>
                </c:pt>
                <c:pt idx="326">
                  <c:v>2012.166667</c:v>
                </c:pt>
                <c:pt idx="327">
                  <c:v>2012.25</c:v>
                </c:pt>
                <c:pt idx="328">
                  <c:v>2012.333333</c:v>
                </c:pt>
                <c:pt idx="329">
                  <c:v>2012.416667</c:v>
                </c:pt>
                <c:pt idx="330">
                  <c:v>2012.5</c:v>
                </c:pt>
                <c:pt idx="331">
                  <c:v>2012.583333</c:v>
                </c:pt>
                <c:pt idx="332">
                  <c:v>2012.666667</c:v>
                </c:pt>
                <c:pt idx="333">
                  <c:v>2012.75</c:v>
                </c:pt>
                <c:pt idx="334">
                  <c:v>2012.833333</c:v>
                </c:pt>
                <c:pt idx="335">
                  <c:v>2012.916667</c:v>
                </c:pt>
                <c:pt idx="336">
                  <c:v>2013</c:v>
                </c:pt>
                <c:pt idx="337">
                  <c:v>2013.083333</c:v>
                </c:pt>
                <c:pt idx="338">
                  <c:v>2013.166667</c:v>
                </c:pt>
                <c:pt idx="339">
                  <c:v>2013.25</c:v>
                </c:pt>
                <c:pt idx="340">
                  <c:v>2013.333333</c:v>
                </c:pt>
                <c:pt idx="341">
                  <c:v>2013.416667</c:v>
                </c:pt>
                <c:pt idx="342">
                  <c:v>2013.5</c:v>
                </c:pt>
                <c:pt idx="343">
                  <c:v>2013.583333</c:v>
                </c:pt>
                <c:pt idx="344">
                  <c:v>2013.666667</c:v>
                </c:pt>
                <c:pt idx="345">
                  <c:v>2013.75</c:v>
                </c:pt>
                <c:pt idx="346">
                  <c:v>2013.833333</c:v>
                </c:pt>
                <c:pt idx="347">
                  <c:v>2013.916667</c:v>
                </c:pt>
                <c:pt idx="348">
                  <c:v>2014</c:v>
                </c:pt>
                <c:pt idx="349">
                  <c:v>2014.083333</c:v>
                </c:pt>
                <c:pt idx="350">
                  <c:v>2014.166667</c:v>
                </c:pt>
                <c:pt idx="351">
                  <c:v>2014.25</c:v>
                </c:pt>
                <c:pt idx="352">
                  <c:v>2014.333333</c:v>
                </c:pt>
                <c:pt idx="353">
                  <c:v>2014.416667</c:v>
                </c:pt>
                <c:pt idx="354">
                  <c:v>2014.5</c:v>
                </c:pt>
                <c:pt idx="355">
                  <c:v>2014.583333</c:v>
                </c:pt>
                <c:pt idx="356">
                  <c:v>2014.666667</c:v>
                </c:pt>
                <c:pt idx="357">
                  <c:v>2014.75</c:v>
                </c:pt>
                <c:pt idx="358">
                  <c:v>2014.833333</c:v>
                </c:pt>
                <c:pt idx="359">
                  <c:v>2014.916667</c:v>
                </c:pt>
                <c:pt idx="360">
                  <c:v>2015</c:v>
                </c:pt>
                <c:pt idx="361">
                  <c:v>2015.083333</c:v>
                </c:pt>
                <c:pt idx="362">
                  <c:v>2015.166667</c:v>
                </c:pt>
                <c:pt idx="363">
                  <c:v>2015.25</c:v>
                </c:pt>
                <c:pt idx="364">
                  <c:v>2015.333333</c:v>
                </c:pt>
                <c:pt idx="365">
                  <c:v>2015.416667</c:v>
                </c:pt>
                <c:pt idx="366">
                  <c:v>2015.5</c:v>
                </c:pt>
                <c:pt idx="367">
                  <c:v>2015.583333</c:v>
                </c:pt>
                <c:pt idx="368">
                  <c:v>2015.666667</c:v>
                </c:pt>
                <c:pt idx="369">
                  <c:v>2015.75</c:v>
                </c:pt>
                <c:pt idx="370">
                  <c:v>2015.833333</c:v>
                </c:pt>
                <c:pt idx="371">
                  <c:v>2015.916667</c:v>
                </c:pt>
                <c:pt idx="372">
                  <c:v>2016</c:v>
                </c:pt>
                <c:pt idx="373">
                  <c:v>2016.083333</c:v>
                </c:pt>
                <c:pt idx="374">
                  <c:v>2016.166667</c:v>
                </c:pt>
                <c:pt idx="375">
                  <c:v>2016.25</c:v>
                </c:pt>
                <c:pt idx="376">
                  <c:v>2016.333333</c:v>
                </c:pt>
                <c:pt idx="377">
                  <c:v>2016.416667</c:v>
                </c:pt>
                <c:pt idx="378">
                  <c:v>2016.5</c:v>
                </c:pt>
                <c:pt idx="379">
                  <c:v>2016.583333</c:v>
                </c:pt>
                <c:pt idx="380">
                  <c:v>2016.666667</c:v>
                </c:pt>
                <c:pt idx="381">
                  <c:v>2016.75</c:v>
                </c:pt>
                <c:pt idx="382">
                  <c:v>2016.833333</c:v>
                </c:pt>
                <c:pt idx="383">
                  <c:v>2016.916667</c:v>
                </c:pt>
                <c:pt idx="384">
                  <c:v>2017</c:v>
                </c:pt>
                <c:pt idx="385">
                  <c:v>2017.083333</c:v>
                </c:pt>
                <c:pt idx="386">
                  <c:v>2017.166667</c:v>
                </c:pt>
                <c:pt idx="387">
                  <c:v>2017.25</c:v>
                </c:pt>
                <c:pt idx="388">
                  <c:v>2017.333333</c:v>
                </c:pt>
                <c:pt idx="389">
                  <c:v>2017.416667</c:v>
                </c:pt>
                <c:pt idx="390">
                  <c:v>2017.5</c:v>
                </c:pt>
                <c:pt idx="391">
                  <c:v>2017.583333</c:v>
                </c:pt>
                <c:pt idx="392">
                  <c:v>2017.666667</c:v>
                </c:pt>
                <c:pt idx="393">
                  <c:v>2017.75</c:v>
                </c:pt>
                <c:pt idx="394">
                  <c:v>2017.833333</c:v>
                </c:pt>
                <c:pt idx="395">
                  <c:v>2017.916667</c:v>
                </c:pt>
                <c:pt idx="396">
                  <c:v>2018</c:v>
                </c:pt>
                <c:pt idx="397">
                  <c:v>2018.083333</c:v>
                </c:pt>
                <c:pt idx="398">
                  <c:v>2018.166667</c:v>
                </c:pt>
                <c:pt idx="399">
                  <c:v>2018.25</c:v>
                </c:pt>
                <c:pt idx="400">
                  <c:v>2018.333333</c:v>
                </c:pt>
                <c:pt idx="401">
                  <c:v>2018.416667</c:v>
                </c:pt>
                <c:pt idx="402">
                  <c:v>2018.5</c:v>
                </c:pt>
                <c:pt idx="403">
                  <c:v>2018.583333</c:v>
                </c:pt>
                <c:pt idx="404">
                  <c:v>2018.666667</c:v>
                </c:pt>
                <c:pt idx="405">
                  <c:v>2018.75</c:v>
                </c:pt>
                <c:pt idx="406">
                  <c:v>2018.833333</c:v>
                </c:pt>
                <c:pt idx="407">
                  <c:v>2018.916667</c:v>
                </c:pt>
                <c:pt idx="408">
                  <c:v>2019</c:v>
                </c:pt>
                <c:pt idx="409">
                  <c:v>2019.083333</c:v>
                </c:pt>
                <c:pt idx="410">
                  <c:v>2019.166667</c:v>
                </c:pt>
                <c:pt idx="411">
                  <c:v>2019.25</c:v>
                </c:pt>
                <c:pt idx="412">
                  <c:v>2019.333333</c:v>
                </c:pt>
                <c:pt idx="413">
                  <c:v>2019.416667</c:v>
                </c:pt>
                <c:pt idx="414">
                  <c:v>2019.5</c:v>
                </c:pt>
                <c:pt idx="415">
                  <c:v>2019.583333</c:v>
                </c:pt>
                <c:pt idx="416">
                  <c:v>2019.666667</c:v>
                </c:pt>
                <c:pt idx="417">
                  <c:v>2019.75</c:v>
                </c:pt>
                <c:pt idx="418">
                  <c:v>2019.833333</c:v>
                </c:pt>
                <c:pt idx="419">
                  <c:v>2019.916667</c:v>
                </c:pt>
                <c:pt idx="420">
                  <c:v>2020</c:v>
                </c:pt>
                <c:pt idx="421">
                  <c:v>2020.083333</c:v>
                </c:pt>
                <c:pt idx="422">
                  <c:v>2020.166667</c:v>
                </c:pt>
                <c:pt idx="423">
                  <c:v>2020.25</c:v>
                </c:pt>
                <c:pt idx="424">
                  <c:v>2020.333333</c:v>
                </c:pt>
                <c:pt idx="425">
                  <c:v>2020.416667</c:v>
                </c:pt>
                <c:pt idx="426">
                  <c:v>2020.5</c:v>
                </c:pt>
                <c:pt idx="427">
                  <c:v>2020.583333</c:v>
                </c:pt>
                <c:pt idx="428">
                  <c:v>2020.666667</c:v>
                </c:pt>
                <c:pt idx="429">
                  <c:v>2020.75</c:v>
                </c:pt>
                <c:pt idx="430">
                  <c:v>2020.833333</c:v>
                </c:pt>
                <c:pt idx="431">
                  <c:v>2020.916667</c:v>
                </c:pt>
                <c:pt idx="432">
                  <c:v>2021</c:v>
                </c:pt>
                <c:pt idx="433">
                  <c:v>2021.083333</c:v>
                </c:pt>
                <c:pt idx="434">
                  <c:v>2021.166667</c:v>
                </c:pt>
                <c:pt idx="435">
                  <c:v>2021.25</c:v>
                </c:pt>
                <c:pt idx="436">
                  <c:v>2021.333333</c:v>
                </c:pt>
                <c:pt idx="437">
                  <c:v>2021.416667</c:v>
                </c:pt>
                <c:pt idx="438">
                  <c:v>2021.5</c:v>
                </c:pt>
                <c:pt idx="439">
                  <c:v>2021.583333</c:v>
                </c:pt>
                <c:pt idx="440">
                  <c:v>2021.666667</c:v>
                </c:pt>
                <c:pt idx="441">
                  <c:v>2021.75</c:v>
                </c:pt>
                <c:pt idx="442">
                  <c:v>2021.833333</c:v>
                </c:pt>
                <c:pt idx="443">
                  <c:v>2021.916667</c:v>
                </c:pt>
                <c:pt idx="444">
                  <c:v>2022</c:v>
                </c:pt>
                <c:pt idx="445">
                  <c:v>2022.083333</c:v>
                </c:pt>
                <c:pt idx="446">
                  <c:v>2022.166667</c:v>
                </c:pt>
                <c:pt idx="447">
                  <c:v>2022.25</c:v>
                </c:pt>
                <c:pt idx="448">
                  <c:v>2022.333333</c:v>
                </c:pt>
                <c:pt idx="449">
                  <c:v>2022.416667</c:v>
                </c:pt>
                <c:pt idx="450">
                  <c:v>2022.5</c:v>
                </c:pt>
                <c:pt idx="451">
                  <c:v>2022.583333</c:v>
                </c:pt>
                <c:pt idx="452">
                  <c:v>2022.666667</c:v>
                </c:pt>
                <c:pt idx="453">
                  <c:v>2022.75</c:v>
                </c:pt>
                <c:pt idx="454">
                  <c:v>2022.833333</c:v>
                </c:pt>
                <c:pt idx="455">
                  <c:v>2022.916667</c:v>
                </c:pt>
                <c:pt idx="456">
                  <c:v>2023</c:v>
                </c:pt>
                <c:pt idx="457">
                  <c:v>2023.083333</c:v>
                </c:pt>
                <c:pt idx="458">
                  <c:v>2023.166667</c:v>
                </c:pt>
                <c:pt idx="459">
                  <c:v>2023.25</c:v>
                </c:pt>
                <c:pt idx="460">
                  <c:v>2023.333333</c:v>
                </c:pt>
                <c:pt idx="461">
                  <c:v>2023.416667</c:v>
                </c:pt>
                <c:pt idx="462">
                  <c:v>2023.5</c:v>
                </c:pt>
                <c:pt idx="463">
                  <c:v>2023.583333</c:v>
                </c:pt>
                <c:pt idx="464">
                  <c:v>2023.666667</c:v>
                </c:pt>
                <c:pt idx="465">
                  <c:v>2023.75</c:v>
                </c:pt>
                <c:pt idx="466">
                  <c:v>2023.833333</c:v>
                </c:pt>
                <c:pt idx="467">
                  <c:v>2023.916667</c:v>
                </c:pt>
                <c:pt idx="468">
                  <c:v>2024</c:v>
                </c:pt>
                <c:pt idx="469">
                  <c:v>2024.083333</c:v>
                </c:pt>
                <c:pt idx="470">
                  <c:v>2024.166667</c:v>
                </c:pt>
                <c:pt idx="471">
                  <c:v>2024.25</c:v>
                </c:pt>
                <c:pt idx="472">
                  <c:v>2024.333333</c:v>
                </c:pt>
                <c:pt idx="473">
                  <c:v>2024.416667</c:v>
                </c:pt>
                <c:pt idx="474">
                  <c:v>2024.5</c:v>
                </c:pt>
                <c:pt idx="475">
                  <c:v>2024.583333</c:v>
                </c:pt>
                <c:pt idx="476">
                  <c:v>2024.666667</c:v>
                </c:pt>
                <c:pt idx="477">
                  <c:v>2024.75</c:v>
                </c:pt>
                <c:pt idx="478">
                  <c:v>2024.833333</c:v>
                </c:pt>
                <c:pt idx="479">
                  <c:v>2024.916667</c:v>
                </c:pt>
                <c:pt idx="480">
                  <c:v>2025</c:v>
                </c:pt>
                <c:pt idx="481">
                  <c:v>2025.083333</c:v>
                </c:pt>
                <c:pt idx="482">
                  <c:v>2025.166667</c:v>
                </c:pt>
                <c:pt idx="483">
                  <c:v>2025.25</c:v>
                </c:pt>
                <c:pt idx="484">
                  <c:v>2025.333333</c:v>
                </c:pt>
                <c:pt idx="485">
                  <c:v>2025.416667</c:v>
                </c:pt>
                <c:pt idx="486">
                  <c:v>2025.5</c:v>
                </c:pt>
                <c:pt idx="487">
                  <c:v>2025.583333</c:v>
                </c:pt>
                <c:pt idx="488">
                  <c:v>2025.666667</c:v>
                </c:pt>
                <c:pt idx="489">
                  <c:v>2025.75</c:v>
                </c:pt>
                <c:pt idx="490">
                  <c:v>2025.833333</c:v>
                </c:pt>
              </c:numCache>
            </c:numRef>
          </c:xVal>
          <c:yVal>
            <c:numRef>
              <c:f>'Chart Data'!$B$2:$B$492</c:f>
              <c:numCache>
                <c:formatCode>0</c:formatCode>
                <c:ptCount val="491"/>
                <c:pt idx="0">
                  <c:v>20.600899999999999</c:v>
                </c:pt>
                <c:pt idx="1">
                  <c:v>19.255600000000001</c:v>
                </c:pt>
                <c:pt idx="2">
                  <c:v>20.932600000000001</c:v>
                </c:pt>
                <c:pt idx="3">
                  <c:v>21.723199999999999</c:v>
                </c:pt>
                <c:pt idx="4">
                  <c:v>25.372399999999999</c:v>
                </c:pt>
                <c:pt idx="5">
                  <c:v>28.1206</c:v>
                </c:pt>
                <c:pt idx="6">
                  <c:v>28.416899999999998</c:v>
                </c:pt>
                <c:pt idx="7">
                  <c:v>29.4436</c:v>
                </c:pt>
                <c:pt idx="8">
                  <c:v>28.484100000000002</c:v>
                </c:pt>
                <c:pt idx="9">
                  <c:v>26.5779</c:v>
                </c:pt>
                <c:pt idx="10">
                  <c:v>24.137</c:v>
                </c:pt>
                <c:pt idx="11">
                  <c:v>22.4953</c:v>
                </c:pt>
                <c:pt idx="12">
                  <c:v>21.319800000000001</c:v>
                </c:pt>
                <c:pt idx="13">
                  <c:v>21.309899999999999</c:v>
                </c:pt>
                <c:pt idx="14">
                  <c:v>21.1646</c:v>
                </c:pt>
                <c:pt idx="15">
                  <c:v>22.220199999999998</c:v>
                </c:pt>
                <c:pt idx="16">
                  <c:v>24.947900000000001</c:v>
                </c:pt>
                <c:pt idx="17">
                  <c:v>27.690300000000001</c:v>
                </c:pt>
                <c:pt idx="18">
                  <c:v>28.832000000000001</c:v>
                </c:pt>
                <c:pt idx="19">
                  <c:v>28.9453</c:v>
                </c:pt>
                <c:pt idx="20">
                  <c:v>28.683</c:v>
                </c:pt>
                <c:pt idx="21">
                  <c:v>27.176500000000001</c:v>
                </c:pt>
                <c:pt idx="22">
                  <c:v>25.2818</c:v>
                </c:pt>
                <c:pt idx="23">
                  <c:v>22.803100000000001</c:v>
                </c:pt>
                <c:pt idx="24">
                  <c:v>21.100300000000001</c:v>
                </c:pt>
                <c:pt idx="25">
                  <c:v>20.118500000000001</c:v>
                </c:pt>
                <c:pt idx="26">
                  <c:v>20.161100000000001</c:v>
                </c:pt>
                <c:pt idx="27">
                  <c:v>21.1206</c:v>
                </c:pt>
                <c:pt idx="28">
                  <c:v>24.9468</c:v>
                </c:pt>
                <c:pt idx="29">
                  <c:v>27.611999999999998</c:v>
                </c:pt>
                <c:pt idx="30">
                  <c:v>29.473400000000002</c:v>
                </c:pt>
                <c:pt idx="31">
                  <c:v>29.777799999999999</c:v>
                </c:pt>
                <c:pt idx="32">
                  <c:v>28.948499999999999</c:v>
                </c:pt>
                <c:pt idx="33">
                  <c:v>26.253699999999998</c:v>
                </c:pt>
                <c:pt idx="34">
                  <c:v>23.415400000000002</c:v>
                </c:pt>
                <c:pt idx="35">
                  <c:v>21.938800000000001</c:v>
                </c:pt>
                <c:pt idx="36">
                  <c:v>20.182600000000001</c:v>
                </c:pt>
                <c:pt idx="37">
                  <c:v>19.7806</c:v>
                </c:pt>
                <c:pt idx="38">
                  <c:v>19.877199999999998</c:v>
                </c:pt>
                <c:pt idx="39">
                  <c:v>21.779599999999999</c:v>
                </c:pt>
                <c:pt idx="40">
                  <c:v>24.155799999999999</c:v>
                </c:pt>
                <c:pt idx="41">
                  <c:v>26.764700000000001</c:v>
                </c:pt>
                <c:pt idx="42">
                  <c:v>28.856000000000002</c:v>
                </c:pt>
                <c:pt idx="43">
                  <c:v>29.8018</c:v>
                </c:pt>
                <c:pt idx="44">
                  <c:v>28.188199999999998</c:v>
                </c:pt>
                <c:pt idx="45">
                  <c:v>26.529199999999999</c:v>
                </c:pt>
                <c:pt idx="46">
                  <c:v>24.921700000000001</c:v>
                </c:pt>
                <c:pt idx="47">
                  <c:v>22.6511</c:v>
                </c:pt>
                <c:pt idx="48">
                  <c:v>22.2957</c:v>
                </c:pt>
                <c:pt idx="49">
                  <c:v>21.416699999999999</c:v>
                </c:pt>
                <c:pt idx="50">
                  <c:v>21.035299999999999</c:v>
                </c:pt>
                <c:pt idx="51">
                  <c:v>22.136099999999999</c:v>
                </c:pt>
                <c:pt idx="52">
                  <c:v>25.287700000000001</c:v>
                </c:pt>
                <c:pt idx="53">
                  <c:v>27.751300000000001</c:v>
                </c:pt>
                <c:pt idx="54">
                  <c:v>28.720300000000002</c:v>
                </c:pt>
                <c:pt idx="55">
                  <c:v>29.222799999999999</c:v>
                </c:pt>
                <c:pt idx="56">
                  <c:v>29.3246</c:v>
                </c:pt>
                <c:pt idx="57">
                  <c:v>26.7394</c:v>
                </c:pt>
                <c:pt idx="58">
                  <c:v>24.576499999999999</c:v>
                </c:pt>
                <c:pt idx="59">
                  <c:v>21.722300000000001</c:v>
                </c:pt>
                <c:pt idx="60">
                  <c:v>20.096499999999999</c:v>
                </c:pt>
                <c:pt idx="61">
                  <c:v>20.2789</c:v>
                </c:pt>
                <c:pt idx="62">
                  <c:v>20.552700000000002</c:v>
                </c:pt>
                <c:pt idx="63">
                  <c:v>22.127199999999998</c:v>
                </c:pt>
                <c:pt idx="64">
                  <c:v>25.525300000000001</c:v>
                </c:pt>
                <c:pt idx="65">
                  <c:v>28.884599999999999</c:v>
                </c:pt>
                <c:pt idx="66">
                  <c:v>29.2408</c:v>
                </c:pt>
                <c:pt idx="67">
                  <c:v>30.181100000000001</c:v>
                </c:pt>
                <c:pt idx="68">
                  <c:v>29.3504</c:v>
                </c:pt>
                <c:pt idx="69">
                  <c:v>27.305199999999999</c:v>
                </c:pt>
                <c:pt idx="70">
                  <c:v>24.629200000000001</c:v>
                </c:pt>
                <c:pt idx="71">
                  <c:v>22.7287</c:v>
                </c:pt>
                <c:pt idx="72">
                  <c:v>21.290700000000001</c:v>
                </c:pt>
                <c:pt idx="73">
                  <c:v>20.724599999999999</c:v>
                </c:pt>
                <c:pt idx="74">
                  <c:v>20.627199999999998</c:v>
                </c:pt>
                <c:pt idx="75">
                  <c:v>23.397400000000001</c:v>
                </c:pt>
                <c:pt idx="76">
                  <c:v>25.9741</c:v>
                </c:pt>
                <c:pt idx="77">
                  <c:v>28.515699999999999</c:v>
                </c:pt>
                <c:pt idx="78">
                  <c:v>30.1295</c:v>
                </c:pt>
                <c:pt idx="79">
                  <c:v>30.104099999999999</c:v>
                </c:pt>
                <c:pt idx="80">
                  <c:v>28.9864</c:v>
                </c:pt>
                <c:pt idx="81">
                  <c:v>26.5732</c:v>
                </c:pt>
                <c:pt idx="82">
                  <c:v>23.8843</c:v>
                </c:pt>
                <c:pt idx="83">
                  <c:v>22.4221</c:v>
                </c:pt>
                <c:pt idx="84">
                  <c:v>20.9421</c:v>
                </c:pt>
                <c:pt idx="85">
                  <c:v>20.311800000000002</c:v>
                </c:pt>
                <c:pt idx="86">
                  <c:v>20.432700000000001</c:v>
                </c:pt>
                <c:pt idx="87">
                  <c:v>22.036300000000001</c:v>
                </c:pt>
                <c:pt idx="88">
                  <c:v>24.298100000000002</c:v>
                </c:pt>
                <c:pt idx="89">
                  <c:v>27.906400000000001</c:v>
                </c:pt>
                <c:pt idx="90">
                  <c:v>29.664000000000001</c:v>
                </c:pt>
                <c:pt idx="91">
                  <c:v>29.224799999999998</c:v>
                </c:pt>
                <c:pt idx="92">
                  <c:v>28.630700000000001</c:v>
                </c:pt>
                <c:pt idx="93">
                  <c:v>26.267199999999999</c:v>
                </c:pt>
                <c:pt idx="94">
                  <c:v>23.8475</c:v>
                </c:pt>
                <c:pt idx="95">
                  <c:v>22.171700000000001</c:v>
                </c:pt>
                <c:pt idx="96">
                  <c:v>21.491</c:v>
                </c:pt>
                <c:pt idx="97">
                  <c:v>20.2486</c:v>
                </c:pt>
                <c:pt idx="98">
                  <c:v>19.799399999999999</c:v>
                </c:pt>
                <c:pt idx="99">
                  <c:v>20.8034</c:v>
                </c:pt>
                <c:pt idx="100">
                  <c:v>23.638500000000001</c:v>
                </c:pt>
                <c:pt idx="101">
                  <c:v>27.111699999999999</c:v>
                </c:pt>
                <c:pt idx="102">
                  <c:v>29.609500000000001</c:v>
                </c:pt>
                <c:pt idx="103">
                  <c:v>30.3596</c:v>
                </c:pt>
                <c:pt idx="104">
                  <c:v>29.347200000000001</c:v>
                </c:pt>
                <c:pt idx="105">
                  <c:v>27.054500000000001</c:v>
                </c:pt>
                <c:pt idx="106">
                  <c:v>23.722100000000001</c:v>
                </c:pt>
                <c:pt idx="107">
                  <c:v>22.633199999999999</c:v>
                </c:pt>
                <c:pt idx="108">
                  <c:v>20.385400000000001</c:v>
                </c:pt>
                <c:pt idx="109">
                  <c:v>20.0322</c:v>
                </c:pt>
                <c:pt idx="110">
                  <c:v>20.1447</c:v>
                </c:pt>
                <c:pt idx="111">
                  <c:v>21.927800000000001</c:v>
                </c:pt>
                <c:pt idx="112">
                  <c:v>25.664200000000001</c:v>
                </c:pt>
                <c:pt idx="113">
                  <c:v>28.080400000000001</c:v>
                </c:pt>
                <c:pt idx="114">
                  <c:v>29.360700000000001</c:v>
                </c:pt>
                <c:pt idx="115">
                  <c:v>28.976299999999998</c:v>
                </c:pt>
                <c:pt idx="116">
                  <c:v>28.599599999999999</c:v>
                </c:pt>
                <c:pt idx="117">
                  <c:v>26.579899999999999</c:v>
                </c:pt>
                <c:pt idx="118">
                  <c:v>25.372</c:v>
                </c:pt>
                <c:pt idx="119">
                  <c:v>23.226800000000001</c:v>
                </c:pt>
                <c:pt idx="120">
                  <c:v>20.662500000000001</c:v>
                </c:pt>
                <c:pt idx="121">
                  <c:v>19.8416</c:v>
                </c:pt>
                <c:pt idx="122">
                  <c:v>20.934799999999999</c:v>
                </c:pt>
                <c:pt idx="123">
                  <c:v>22.256499999999999</c:v>
                </c:pt>
                <c:pt idx="124">
                  <c:v>25.548300000000001</c:v>
                </c:pt>
                <c:pt idx="125">
                  <c:v>27.683499999999999</c:v>
                </c:pt>
                <c:pt idx="126">
                  <c:v>29.5367</c:v>
                </c:pt>
                <c:pt idx="127">
                  <c:v>30.043199999999999</c:v>
                </c:pt>
                <c:pt idx="128">
                  <c:v>29.603200000000001</c:v>
                </c:pt>
                <c:pt idx="129">
                  <c:v>26.4254</c:v>
                </c:pt>
                <c:pt idx="130">
                  <c:v>24.216999999999999</c:v>
                </c:pt>
                <c:pt idx="131">
                  <c:v>22.405899999999999</c:v>
                </c:pt>
                <c:pt idx="132">
                  <c:v>20.053799999999999</c:v>
                </c:pt>
                <c:pt idx="133">
                  <c:v>19.854199999999999</c:v>
                </c:pt>
                <c:pt idx="134">
                  <c:v>19.8659</c:v>
                </c:pt>
                <c:pt idx="135">
                  <c:v>20.698899999999998</c:v>
                </c:pt>
                <c:pt idx="136">
                  <c:v>25.044499999999999</c:v>
                </c:pt>
                <c:pt idx="137">
                  <c:v>28.468900000000001</c:v>
                </c:pt>
                <c:pt idx="138">
                  <c:v>29.8217</c:v>
                </c:pt>
                <c:pt idx="139">
                  <c:v>29.500800000000002</c:v>
                </c:pt>
                <c:pt idx="140">
                  <c:v>28.861999999999998</c:v>
                </c:pt>
                <c:pt idx="141">
                  <c:v>26.2256</c:v>
                </c:pt>
                <c:pt idx="142">
                  <c:v>24.165700000000001</c:v>
                </c:pt>
                <c:pt idx="143">
                  <c:v>21.843699999999998</c:v>
                </c:pt>
                <c:pt idx="144">
                  <c:v>20.881799999999998</c:v>
                </c:pt>
                <c:pt idx="145">
                  <c:v>20.1891</c:v>
                </c:pt>
                <c:pt idx="146">
                  <c:v>21.226099999999999</c:v>
                </c:pt>
                <c:pt idx="147">
                  <c:v>21.750599999999999</c:v>
                </c:pt>
                <c:pt idx="148">
                  <c:v>24.308900000000001</c:v>
                </c:pt>
                <c:pt idx="149">
                  <c:v>27.849299999999999</c:v>
                </c:pt>
                <c:pt idx="150">
                  <c:v>30.117999999999999</c:v>
                </c:pt>
                <c:pt idx="151">
                  <c:v>29.993200000000002</c:v>
                </c:pt>
                <c:pt idx="152">
                  <c:v>29.270499999999998</c:v>
                </c:pt>
                <c:pt idx="153">
                  <c:v>26.648299999999999</c:v>
                </c:pt>
                <c:pt idx="154">
                  <c:v>23.824999999999999</c:v>
                </c:pt>
                <c:pt idx="155">
                  <c:v>21.974599999999999</c:v>
                </c:pt>
                <c:pt idx="156">
                  <c:v>20.538399999999999</c:v>
                </c:pt>
                <c:pt idx="157">
                  <c:v>19.910799999999998</c:v>
                </c:pt>
                <c:pt idx="158">
                  <c:v>19.460899999999999</c:v>
                </c:pt>
                <c:pt idx="159">
                  <c:v>21.292300000000001</c:v>
                </c:pt>
                <c:pt idx="160">
                  <c:v>24.755600000000001</c:v>
                </c:pt>
                <c:pt idx="161">
                  <c:v>28.373000000000001</c:v>
                </c:pt>
                <c:pt idx="162">
                  <c:v>29.830200000000001</c:v>
                </c:pt>
                <c:pt idx="163">
                  <c:v>30.162199999999999</c:v>
                </c:pt>
                <c:pt idx="164">
                  <c:v>28.704000000000001</c:v>
                </c:pt>
                <c:pt idx="165">
                  <c:v>27.5946</c:v>
                </c:pt>
                <c:pt idx="166">
                  <c:v>25.1419</c:v>
                </c:pt>
                <c:pt idx="167">
                  <c:v>23.8523</c:v>
                </c:pt>
                <c:pt idx="168">
                  <c:v>21.2332</c:v>
                </c:pt>
                <c:pt idx="169">
                  <c:v>20.99</c:v>
                </c:pt>
                <c:pt idx="170">
                  <c:v>20.9298</c:v>
                </c:pt>
                <c:pt idx="171">
                  <c:v>23.0106</c:v>
                </c:pt>
                <c:pt idx="172">
                  <c:v>25.335000000000001</c:v>
                </c:pt>
                <c:pt idx="173">
                  <c:v>28.4237</c:v>
                </c:pt>
                <c:pt idx="174">
                  <c:v>29.2622</c:v>
                </c:pt>
                <c:pt idx="175">
                  <c:v>30.182099999999998</c:v>
                </c:pt>
                <c:pt idx="176">
                  <c:v>29.163</c:v>
                </c:pt>
                <c:pt idx="177">
                  <c:v>26.8765</c:v>
                </c:pt>
                <c:pt idx="178">
                  <c:v>24.681999999999999</c:v>
                </c:pt>
                <c:pt idx="179">
                  <c:v>22.840800000000002</c:v>
                </c:pt>
                <c:pt idx="180">
                  <c:v>21.4879</c:v>
                </c:pt>
                <c:pt idx="181">
                  <c:v>21.052800000000001</c:v>
                </c:pt>
                <c:pt idx="182">
                  <c:v>22.003</c:v>
                </c:pt>
                <c:pt idx="183">
                  <c:v>22.9815</c:v>
                </c:pt>
                <c:pt idx="184">
                  <c:v>25.645299999999999</c:v>
                </c:pt>
                <c:pt idx="185">
                  <c:v>28.2713</c:v>
                </c:pt>
                <c:pt idx="186">
                  <c:v>29.815200000000001</c:v>
                </c:pt>
                <c:pt idx="187">
                  <c:v>29.549700000000001</c:v>
                </c:pt>
                <c:pt idx="188">
                  <c:v>29.159800000000001</c:v>
                </c:pt>
                <c:pt idx="189">
                  <c:v>27.054400000000001</c:v>
                </c:pt>
                <c:pt idx="190">
                  <c:v>25.136500000000002</c:v>
                </c:pt>
                <c:pt idx="191">
                  <c:v>22.5596</c:v>
                </c:pt>
                <c:pt idx="192">
                  <c:v>20.7608</c:v>
                </c:pt>
                <c:pt idx="193">
                  <c:v>20.622599999999998</c:v>
                </c:pt>
                <c:pt idx="194">
                  <c:v>20.824999999999999</c:v>
                </c:pt>
                <c:pt idx="195">
                  <c:v>23.132100000000001</c:v>
                </c:pt>
                <c:pt idx="196">
                  <c:v>25.216799999999999</c:v>
                </c:pt>
                <c:pt idx="197">
                  <c:v>27.740600000000001</c:v>
                </c:pt>
                <c:pt idx="198">
                  <c:v>29.662600000000001</c:v>
                </c:pt>
                <c:pt idx="199">
                  <c:v>29.669899999999998</c:v>
                </c:pt>
                <c:pt idx="200">
                  <c:v>28.911899999999999</c:v>
                </c:pt>
                <c:pt idx="201">
                  <c:v>26.535900000000002</c:v>
                </c:pt>
                <c:pt idx="202">
                  <c:v>24.761600000000001</c:v>
                </c:pt>
                <c:pt idx="203">
                  <c:v>23.5549</c:v>
                </c:pt>
                <c:pt idx="204">
                  <c:v>21.400099999999998</c:v>
                </c:pt>
                <c:pt idx="205">
                  <c:v>21.127500000000001</c:v>
                </c:pt>
                <c:pt idx="206">
                  <c:v>21.591999999999999</c:v>
                </c:pt>
                <c:pt idx="207">
                  <c:v>23.674299999999999</c:v>
                </c:pt>
                <c:pt idx="208">
                  <c:v>25.841100000000001</c:v>
                </c:pt>
                <c:pt idx="209">
                  <c:v>27.732199999999999</c:v>
                </c:pt>
                <c:pt idx="210">
                  <c:v>29.335000000000001</c:v>
                </c:pt>
                <c:pt idx="211">
                  <c:v>29.829699999999999</c:v>
                </c:pt>
                <c:pt idx="212">
                  <c:v>28.6873</c:v>
                </c:pt>
                <c:pt idx="213">
                  <c:v>27.027100000000001</c:v>
                </c:pt>
                <c:pt idx="214">
                  <c:v>24.866199999999999</c:v>
                </c:pt>
                <c:pt idx="215">
                  <c:v>22.236499999999999</c:v>
                </c:pt>
                <c:pt idx="216">
                  <c:v>19.958500000000001</c:v>
                </c:pt>
                <c:pt idx="217">
                  <c:v>19.3613</c:v>
                </c:pt>
                <c:pt idx="218">
                  <c:v>20.4773</c:v>
                </c:pt>
                <c:pt idx="219">
                  <c:v>21.4053</c:v>
                </c:pt>
                <c:pt idx="220">
                  <c:v>25.522099999999998</c:v>
                </c:pt>
                <c:pt idx="221">
                  <c:v>28.2333</c:v>
                </c:pt>
                <c:pt idx="222">
                  <c:v>28.978100000000001</c:v>
                </c:pt>
                <c:pt idx="223">
                  <c:v>29.771999999999998</c:v>
                </c:pt>
                <c:pt idx="224">
                  <c:v>28.859100000000002</c:v>
                </c:pt>
                <c:pt idx="225">
                  <c:v>26.725200000000001</c:v>
                </c:pt>
                <c:pt idx="226">
                  <c:v>25.254200000000001</c:v>
                </c:pt>
                <c:pt idx="227">
                  <c:v>22.111799999999999</c:v>
                </c:pt>
                <c:pt idx="228">
                  <c:v>20.4465</c:v>
                </c:pt>
                <c:pt idx="229">
                  <c:v>20.056699999999999</c:v>
                </c:pt>
                <c:pt idx="230">
                  <c:v>21.028600000000001</c:v>
                </c:pt>
                <c:pt idx="231">
                  <c:v>22.418099999999999</c:v>
                </c:pt>
                <c:pt idx="232">
                  <c:v>24.643899999999999</c:v>
                </c:pt>
                <c:pt idx="233">
                  <c:v>28.242699999999999</c:v>
                </c:pt>
                <c:pt idx="234">
                  <c:v>29.779199999999999</c:v>
                </c:pt>
                <c:pt idx="235">
                  <c:v>29.8828</c:v>
                </c:pt>
                <c:pt idx="236">
                  <c:v>29.348299999999998</c:v>
                </c:pt>
                <c:pt idx="237">
                  <c:v>27.833100000000002</c:v>
                </c:pt>
                <c:pt idx="238">
                  <c:v>25.912299999999998</c:v>
                </c:pt>
                <c:pt idx="239">
                  <c:v>23.151199999999999</c:v>
                </c:pt>
                <c:pt idx="240">
                  <c:v>21.8642</c:v>
                </c:pt>
                <c:pt idx="241">
                  <c:v>21.4331</c:v>
                </c:pt>
                <c:pt idx="242">
                  <c:v>21.327400000000001</c:v>
                </c:pt>
                <c:pt idx="243">
                  <c:v>21.660599999999999</c:v>
                </c:pt>
                <c:pt idx="244">
                  <c:v>24.7119</c:v>
                </c:pt>
                <c:pt idx="245">
                  <c:v>28.392499999999998</c:v>
                </c:pt>
                <c:pt idx="246">
                  <c:v>29.889900000000001</c:v>
                </c:pt>
                <c:pt idx="247">
                  <c:v>30.754999999999999</c:v>
                </c:pt>
                <c:pt idx="248">
                  <c:v>29.5748</c:v>
                </c:pt>
                <c:pt idx="249">
                  <c:v>27.964700000000001</c:v>
                </c:pt>
                <c:pt idx="250">
                  <c:v>25.269100000000002</c:v>
                </c:pt>
                <c:pt idx="251">
                  <c:v>22.403600000000001</c:v>
                </c:pt>
                <c:pt idx="252">
                  <c:v>21.4072</c:v>
                </c:pt>
                <c:pt idx="253">
                  <c:v>21.368200000000002</c:v>
                </c:pt>
                <c:pt idx="254">
                  <c:v>22.3232</c:v>
                </c:pt>
                <c:pt idx="255">
                  <c:v>23.508199999999999</c:v>
                </c:pt>
                <c:pt idx="256">
                  <c:v>25.645399999999999</c:v>
                </c:pt>
                <c:pt idx="257">
                  <c:v>28.0929</c:v>
                </c:pt>
                <c:pt idx="258">
                  <c:v>29.491700000000002</c:v>
                </c:pt>
                <c:pt idx="259">
                  <c:v>30.07</c:v>
                </c:pt>
                <c:pt idx="260">
                  <c:v>29.386700000000001</c:v>
                </c:pt>
                <c:pt idx="261">
                  <c:v>27.846</c:v>
                </c:pt>
                <c:pt idx="262">
                  <c:v>24.819199999999999</c:v>
                </c:pt>
                <c:pt idx="263">
                  <c:v>22.445799999999998</c:v>
                </c:pt>
                <c:pt idx="264">
                  <c:v>21.516300000000001</c:v>
                </c:pt>
                <c:pt idx="265">
                  <c:v>20.428000000000001</c:v>
                </c:pt>
                <c:pt idx="266">
                  <c:v>20.971599999999999</c:v>
                </c:pt>
                <c:pt idx="267">
                  <c:v>22.332999999999998</c:v>
                </c:pt>
                <c:pt idx="268">
                  <c:v>24.941500000000001</c:v>
                </c:pt>
                <c:pt idx="269">
                  <c:v>27.962399999999999</c:v>
                </c:pt>
                <c:pt idx="270">
                  <c:v>29.203499999999998</c:v>
                </c:pt>
                <c:pt idx="271">
                  <c:v>30.172899999999998</c:v>
                </c:pt>
                <c:pt idx="272">
                  <c:v>29.3963</c:v>
                </c:pt>
                <c:pt idx="273">
                  <c:v>27.651800000000001</c:v>
                </c:pt>
                <c:pt idx="274">
                  <c:v>25.1722</c:v>
                </c:pt>
                <c:pt idx="275">
                  <c:v>23.3752</c:v>
                </c:pt>
                <c:pt idx="276">
                  <c:v>21.447700000000001</c:v>
                </c:pt>
                <c:pt idx="277">
                  <c:v>21.127800000000001</c:v>
                </c:pt>
                <c:pt idx="278">
                  <c:v>21.212399999999999</c:v>
                </c:pt>
                <c:pt idx="279">
                  <c:v>22.758600000000001</c:v>
                </c:pt>
                <c:pt idx="280">
                  <c:v>25.1934</c:v>
                </c:pt>
                <c:pt idx="281">
                  <c:v>28.5518</c:v>
                </c:pt>
                <c:pt idx="282">
                  <c:v>29.374199999999998</c:v>
                </c:pt>
                <c:pt idx="283">
                  <c:v>29.327500000000001</c:v>
                </c:pt>
                <c:pt idx="284">
                  <c:v>27.7685</c:v>
                </c:pt>
                <c:pt idx="285">
                  <c:v>26.375800000000002</c:v>
                </c:pt>
                <c:pt idx="286">
                  <c:v>24.6798</c:v>
                </c:pt>
                <c:pt idx="287">
                  <c:v>22.574200000000001</c:v>
                </c:pt>
                <c:pt idx="288">
                  <c:v>21.559799999999999</c:v>
                </c:pt>
                <c:pt idx="289">
                  <c:v>20.892700000000001</c:v>
                </c:pt>
                <c:pt idx="290">
                  <c:v>21.524000000000001</c:v>
                </c:pt>
                <c:pt idx="291">
                  <c:v>22.388400000000001</c:v>
                </c:pt>
                <c:pt idx="292">
                  <c:v>25.416899999999998</c:v>
                </c:pt>
                <c:pt idx="293">
                  <c:v>28.073399999999999</c:v>
                </c:pt>
                <c:pt idx="294">
                  <c:v>29.834</c:v>
                </c:pt>
                <c:pt idx="295">
                  <c:v>30.157</c:v>
                </c:pt>
                <c:pt idx="296">
                  <c:v>29.375299999999999</c:v>
                </c:pt>
                <c:pt idx="297">
                  <c:v>28.138500000000001</c:v>
                </c:pt>
                <c:pt idx="298">
                  <c:v>24.6081</c:v>
                </c:pt>
                <c:pt idx="299">
                  <c:v>22.526399999999999</c:v>
                </c:pt>
                <c:pt idx="300">
                  <c:v>20.506599999999999</c:v>
                </c:pt>
                <c:pt idx="301">
                  <c:v>19.475200000000001</c:v>
                </c:pt>
                <c:pt idx="302">
                  <c:v>18.936399999999999</c:v>
                </c:pt>
                <c:pt idx="303">
                  <c:v>20.636099999999999</c:v>
                </c:pt>
                <c:pt idx="304">
                  <c:v>25.218800000000002</c:v>
                </c:pt>
                <c:pt idx="305">
                  <c:v>29.1007</c:v>
                </c:pt>
                <c:pt idx="306">
                  <c:v>29.722200000000001</c:v>
                </c:pt>
                <c:pt idx="307">
                  <c:v>30.8123</c:v>
                </c:pt>
                <c:pt idx="308">
                  <c:v>29.691199999999998</c:v>
                </c:pt>
                <c:pt idx="309">
                  <c:v>27.203499999999998</c:v>
                </c:pt>
                <c:pt idx="310">
                  <c:v>24.784400000000002</c:v>
                </c:pt>
                <c:pt idx="311">
                  <c:v>21.835899999999999</c:v>
                </c:pt>
                <c:pt idx="312">
                  <c:v>20.246700000000001</c:v>
                </c:pt>
                <c:pt idx="313">
                  <c:v>19.491199999999999</c:v>
                </c:pt>
                <c:pt idx="314">
                  <c:v>20.937100000000001</c:v>
                </c:pt>
                <c:pt idx="315">
                  <c:v>22.711400000000001</c:v>
                </c:pt>
                <c:pt idx="316">
                  <c:v>24.7117</c:v>
                </c:pt>
                <c:pt idx="317">
                  <c:v>28.137899999999998</c:v>
                </c:pt>
                <c:pt idx="318">
                  <c:v>29.685500000000001</c:v>
                </c:pt>
                <c:pt idx="319">
                  <c:v>30.3368</c:v>
                </c:pt>
                <c:pt idx="320">
                  <c:v>28.960799999999999</c:v>
                </c:pt>
                <c:pt idx="321">
                  <c:v>27.230799999999999</c:v>
                </c:pt>
                <c:pt idx="322">
                  <c:v>24.694600000000001</c:v>
                </c:pt>
                <c:pt idx="323">
                  <c:v>22.666699999999999</c:v>
                </c:pt>
                <c:pt idx="324">
                  <c:v>21.366900000000001</c:v>
                </c:pt>
                <c:pt idx="325">
                  <c:v>20.846800000000002</c:v>
                </c:pt>
                <c:pt idx="326">
                  <c:v>22.073499999999999</c:v>
                </c:pt>
                <c:pt idx="327">
                  <c:v>23.832799999999999</c:v>
                </c:pt>
                <c:pt idx="328">
                  <c:v>25.858899999999998</c:v>
                </c:pt>
                <c:pt idx="329">
                  <c:v>28.4803</c:v>
                </c:pt>
                <c:pt idx="330">
                  <c:v>29.402000000000001</c:v>
                </c:pt>
                <c:pt idx="331">
                  <c:v>30.208200000000001</c:v>
                </c:pt>
                <c:pt idx="332">
                  <c:v>29.149100000000001</c:v>
                </c:pt>
                <c:pt idx="333">
                  <c:v>27.607700000000001</c:v>
                </c:pt>
                <c:pt idx="334">
                  <c:v>25.473500000000001</c:v>
                </c:pt>
                <c:pt idx="335">
                  <c:v>23.891200000000001</c:v>
                </c:pt>
                <c:pt idx="336">
                  <c:v>21.9801</c:v>
                </c:pt>
                <c:pt idx="337">
                  <c:v>21.510999999999999</c:v>
                </c:pt>
                <c:pt idx="338">
                  <c:v>20.870699999999999</c:v>
                </c:pt>
                <c:pt idx="339">
                  <c:v>22.029399999999999</c:v>
                </c:pt>
                <c:pt idx="340">
                  <c:v>24.215399999999999</c:v>
                </c:pt>
                <c:pt idx="341">
                  <c:v>28.8292</c:v>
                </c:pt>
                <c:pt idx="342">
                  <c:v>29.3354</c:v>
                </c:pt>
                <c:pt idx="343">
                  <c:v>29.927600000000002</c:v>
                </c:pt>
                <c:pt idx="344">
                  <c:v>29.31</c:v>
                </c:pt>
                <c:pt idx="345">
                  <c:v>27.669599999999999</c:v>
                </c:pt>
                <c:pt idx="346">
                  <c:v>24.8749</c:v>
                </c:pt>
                <c:pt idx="347">
                  <c:v>22.5608</c:v>
                </c:pt>
                <c:pt idx="348">
                  <c:v>20.788900000000002</c:v>
                </c:pt>
                <c:pt idx="349">
                  <c:v>20.197500000000002</c:v>
                </c:pt>
                <c:pt idx="350">
                  <c:v>20.214700000000001</c:v>
                </c:pt>
                <c:pt idx="351">
                  <c:v>21.8535</c:v>
                </c:pt>
                <c:pt idx="352">
                  <c:v>23.938800000000001</c:v>
                </c:pt>
                <c:pt idx="353">
                  <c:v>27.876100000000001</c:v>
                </c:pt>
                <c:pt idx="354">
                  <c:v>29.661899999999999</c:v>
                </c:pt>
                <c:pt idx="355">
                  <c:v>30.194500000000001</c:v>
                </c:pt>
                <c:pt idx="356">
                  <c:v>29.506399999999999</c:v>
                </c:pt>
                <c:pt idx="357">
                  <c:v>27.6555</c:v>
                </c:pt>
                <c:pt idx="358">
                  <c:v>24.812100000000001</c:v>
                </c:pt>
                <c:pt idx="359">
                  <c:v>23.162700000000001</c:v>
                </c:pt>
                <c:pt idx="360">
                  <c:v>21.520499999999998</c:v>
                </c:pt>
                <c:pt idx="361">
                  <c:v>20.729900000000001</c:v>
                </c:pt>
                <c:pt idx="362">
                  <c:v>21.759599999999999</c:v>
                </c:pt>
                <c:pt idx="363">
                  <c:v>23.924900000000001</c:v>
                </c:pt>
                <c:pt idx="364">
                  <c:v>26.056000000000001</c:v>
                </c:pt>
                <c:pt idx="365">
                  <c:v>28.7134</c:v>
                </c:pt>
                <c:pt idx="366">
                  <c:v>30.227499999999999</c:v>
                </c:pt>
                <c:pt idx="367">
                  <c:v>30.388400000000001</c:v>
                </c:pt>
                <c:pt idx="368">
                  <c:v>29.2319</c:v>
                </c:pt>
                <c:pt idx="369">
                  <c:v>27.4833</c:v>
                </c:pt>
                <c:pt idx="370">
                  <c:v>25.6313</c:v>
                </c:pt>
                <c:pt idx="371">
                  <c:v>24.5214</c:v>
                </c:pt>
                <c:pt idx="372">
                  <c:v>22.6983</c:v>
                </c:pt>
                <c:pt idx="373">
                  <c:v>21.2056</c:v>
                </c:pt>
                <c:pt idx="374">
                  <c:v>21.6372</c:v>
                </c:pt>
                <c:pt idx="375">
                  <c:v>23.079899999999999</c:v>
                </c:pt>
                <c:pt idx="376">
                  <c:v>25.828600000000002</c:v>
                </c:pt>
                <c:pt idx="377">
                  <c:v>28.9984</c:v>
                </c:pt>
                <c:pt idx="378">
                  <c:v>30.566500000000001</c:v>
                </c:pt>
                <c:pt idx="379">
                  <c:v>30.545300000000001</c:v>
                </c:pt>
                <c:pt idx="380">
                  <c:v>30.1479</c:v>
                </c:pt>
                <c:pt idx="381">
                  <c:v>28.4239</c:v>
                </c:pt>
                <c:pt idx="382">
                  <c:v>26.2318</c:v>
                </c:pt>
                <c:pt idx="383">
                  <c:v>24.0671</c:v>
                </c:pt>
                <c:pt idx="384">
                  <c:v>22.8065</c:v>
                </c:pt>
                <c:pt idx="385">
                  <c:v>21.720700000000001</c:v>
                </c:pt>
                <c:pt idx="386">
                  <c:v>22.3401</c:v>
                </c:pt>
                <c:pt idx="387">
                  <c:v>23.886099999999999</c:v>
                </c:pt>
                <c:pt idx="388">
                  <c:v>25.217600000000001</c:v>
                </c:pt>
                <c:pt idx="389">
                  <c:v>27.5654</c:v>
                </c:pt>
                <c:pt idx="390">
                  <c:v>29.577999999999999</c:v>
                </c:pt>
                <c:pt idx="391">
                  <c:v>29.9422</c:v>
                </c:pt>
                <c:pt idx="392">
                  <c:v>28.425899999999999</c:v>
                </c:pt>
                <c:pt idx="393">
                  <c:v>27.867599999999999</c:v>
                </c:pt>
                <c:pt idx="394">
                  <c:v>25.628</c:v>
                </c:pt>
                <c:pt idx="395">
                  <c:v>23.522099999999998</c:v>
                </c:pt>
                <c:pt idx="396">
                  <c:v>21.308599999999998</c:v>
                </c:pt>
                <c:pt idx="397">
                  <c:v>21.744399999999999</c:v>
                </c:pt>
                <c:pt idx="398">
                  <c:v>22.416899999999998</c:v>
                </c:pt>
                <c:pt idx="399">
                  <c:v>22.854800000000001</c:v>
                </c:pt>
                <c:pt idx="400">
                  <c:v>25.9664</c:v>
                </c:pt>
                <c:pt idx="401">
                  <c:v>28.8474</c:v>
                </c:pt>
                <c:pt idx="402">
                  <c:v>29.5793</c:v>
                </c:pt>
                <c:pt idx="403">
                  <c:v>29.9314</c:v>
                </c:pt>
                <c:pt idx="404">
                  <c:v>29.453299999999999</c:v>
                </c:pt>
                <c:pt idx="405">
                  <c:v>28.595700000000001</c:v>
                </c:pt>
                <c:pt idx="406">
                  <c:v>25.3154</c:v>
                </c:pt>
                <c:pt idx="407">
                  <c:v>22.326599999999999</c:v>
                </c:pt>
                <c:pt idx="408">
                  <c:v>21.4376</c:v>
                </c:pt>
                <c:pt idx="409">
                  <c:v>21.252099999999999</c:v>
                </c:pt>
                <c:pt idx="410">
                  <c:v>21.616800000000001</c:v>
                </c:pt>
                <c:pt idx="411">
                  <c:v>22.152200000000001</c:v>
                </c:pt>
                <c:pt idx="412">
                  <c:v>25.383099999999999</c:v>
                </c:pt>
                <c:pt idx="413">
                  <c:v>28.5425</c:v>
                </c:pt>
                <c:pt idx="414">
                  <c:v>29.4694</c:v>
                </c:pt>
                <c:pt idx="415">
                  <c:v>30.188099999999999</c:v>
                </c:pt>
                <c:pt idx="416">
                  <c:v>29.604700000000001</c:v>
                </c:pt>
                <c:pt idx="417">
                  <c:v>28.446999999999999</c:v>
                </c:pt>
                <c:pt idx="418">
                  <c:v>25.145199999999999</c:v>
                </c:pt>
                <c:pt idx="419">
                  <c:v>23.336200000000002</c:v>
                </c:pt>
                <c:pt idx="420">
                  <c:v>22.1036</c:v>
                </c:pt>
                <c:pt idx="421">
                  <c:v>21.394200000000001</c:v>
                </c:pt>
                <c:pt idx="422">
                  <c:v>22.3063</c:v>
                </c:pt>
                <c:pt idx="423">
                  <c:v>24.232900000000001</c:v>
                </c:pt>
                <c:pt idx="424">
                  <c:v>25.8551</c:v>
                </c:pt>
                <c:pt idx="425">
                  <c:v>27.8462</c:v>
                </c:pt>
                <c:pt idx="426">
                  <c:v>29.3612</c:v>
                </c:pt>
                <c:pt idx="427">
                  <c:v>29.934200000000001</c:v>
                </c:pt>
                <c:pt idx="428">
                  <c:v>29.217600000000001</c:v>
                </c:pt>
                <c:pt idx="429">
                  <c:v>26.933499999999999</c:v>
                </c:pt>
                <c:pt idx="430">
                  <c:v>25.308599999999998</c:v>
                </c:pt>
                <c:pt idx="431">
                  <c:v>23.035900000000002</c:v>
                </c:pt>
                <c:pt idx="432">
                  <c:v>21.180199999999999</c:v>
                </c:pt>
                <c:pt idx="433">
                  <c:v>20.167100000000001</c:v>
                </c:pt>
                <c:pt idx="434">
                  <c:v>21.040500000000002</c:v>
                </c:pt>
                <c:pt idx="435">
                  <c:v>22.758299999999998</c:v>
                </c:pt>
                <c:pt idx="436">
                  <c:v>25.240500000000001</c:v>
                </c:pt>
                <c:pt idx="437">
                  <c:v>28.096900000000002</c:v>
                </c:pt>
                <c:pt idx="438">
                  <c:v>29.331299999999999</c:v>
                </c:pt>
                <c:pt idx="439">
                  <c:v>30.508800000000001</c:v>
                </c:pt>
                <c:pt idx="440">
                  <c:v>29.675799999999999</c:v>
                </c:pt>
                <c:pt idx="441">
                  <c:v>27.8123</c:v>
                </c:pt>
                <c:pt idx="442">
                  <c:v>25.006599999999999</c:v>
                </c:pt>
                <c:pt idx="443">
                  <c:v>24.179200000000002</c:v>
                </c:pt>
                <c:pt idx="444">
                  <c:v>22.537400000000002</c:v>
                </c:pt>
                <c:pt idx="445">
                  <c:v>21.171199999999999</c:v>
                </c:pt>
                <c:pt idx="446">
                  <c:v>21.6921</c:v>
                </c:pt>
                <c:pt idx="447">
                  <c:v>22.739899999999999</c:v>
                </c:pt>
                <c:pt idx="448">
                  <c:v>26.489899999999999</c:v>
                </c:pt>
                <c:pt idx="449">
                  <c:v>29.279900000000001</c:v>
                </c:pt>
                <c:pt idx="450">
                  <c:v>30.285499999999999</c:v>
                </c:pt>
                <c:pt idx="451">
                  <c:v>29.941800000000001</c:v>
                </c:pt>
                <c:pt idx="452">
                  <c:v>29.541</c:v>
                </c:pt>
                <c:pt idx="453">
                  <c:v>27.3643</c:v>
                </c:pt>
                <c:pt idx="454">
                  <c:v>25.5214</c:v>
                </c:pt>
                <c:pt idx="455">
                  <c:v>24.187899999999999</c:v>
                </c:pt>
                <c:pt idx="456">
                  <c:v>22.7925</c:v>
                </c:pt>
                <c:pt idx="457">
                  <c:v>22.221299999999999</c:v>
                </c:pt>
                <c:pt idx="458">
                  <c:v>22.6617</c:v>
                </c:pt>
                <c:pt idx="459">
                  <c:v>23.869199999999999</c:v>
                </c:pt>
                <c:pt idx="460">
                  <c:v>25.651499999999999</c:v>
                </c:pt>
                <c:pt idx="461">
                  <c:v>28.818899999999999</c:v>
                </c:pt>
                <c:pt idx="462">
                  <c:v>30.754100000000001</c:v>
                </c:pt>
                <c:pt idx="463">
                  <c:v>31.1</c:v>
                </c:pt>
                <c:pt idx="464">
                  <c:v>30.4512</c:v>
                </c:pt>
                <c:pt idx="465">
                  <c:v>28.3645</c:v>
                </c:pt>
                <c:pt idx="466">
                  <c:v>25.5718</c:v>
                </c:pt>
                <c:pt idx="467">
                  <c:v>23.3992</c:v>
                </c:pt>
                <c:pt idx="468">
                  <c:v>21.3688</c:v>
                </c:pt>
                <c:pt idx="469">
                  <c:v>20.895299999999999</c:v>
                </c:pt>
                <c:pt idx="470">
                  <c:v>21.887499999999999</c:v>
                </c:pt>
                <c:pt idx="471">
                  <c:v>23.0077</c:v>
                </c:pt>
                <c:pt idx="472">
                  <c:v>26.1586</c:v>
                </c:pt>
                <c:pt idx="473">
                  <c:v>29.146899999999999</c:v>
                </c:pt>
                <c:pt idx="474">
                  <c:v>29.936499999999999</c:v>
                </c:pt>
                <c:pt idx="475">
                  <c:v>31.107900000000001</c:v>
                </c:pt>
                <c:pt idx="476">
                  <c:v>29.505700000000001</c:v>
                </c:pt>
                <c:pt idx="477">
                  <c:v>28.116299999999999</c:v>
                </c:pt>
                <c:pt idx="478">
                  <c:v>26.596699999999998</c:v>
                </c:pt>
                <c:pt idx="479">
                  <c:v>24.596900000000002</c:v>
                </c:pt>
                <c:pt idx="480">
                  <c:v>22.765599999999999</c:v>
                </c:pt>
                <c:pt idx="481">
                  <c:v>22.5792</c:v>
                </c:pt>
                <c:pt idx="482">
                  <c:v>22.0092</c:v>
                </c:pt>
                <c:pt idx="483">
                  <c:v>23.542899999999999</c:v>
                </c:pt>
                <c:pt idx="484">
                  <c:v>26.021000000000001</c:v>
                </c:pt>
                <c:pt idx="485">
                  <c:v>29.226500000000001</c:v>
                </c:pt>
                <c:pt idx="486">
                  <c:v>30.433900000000001</c:v>
                </c:pt>
                <c:pt idx="487">
                  <c:v>30.819800000000001</c:v>
                </c:pt>
                <c:pt idx="488">
                  <c:v>30.002199999999998</c:v>
                </c:pt>
                <c:pt idx="489">
                  <c:v>28.333300000000001</c:v>
                </c:pt>
                <c:pt idx="490">
                  <c:v>25.996300000000002</c:v>
                </c:pt>
              </c:numCache>
            </c:numRef>
          </c:yVal>
          <c:smooth val="1"/>
        </c:ser>
        <c:ser>
          <c:idx val="1"/>
          <c:order val="1"/>
          <c:tx>
            <c:v>Stetson</c:v>
          </c:tx>
          <c:spPr>
            <a:ln w="9525">
              <a:solidFill>
                <a:srgbClr val="C35C3C"/>
              </a:solidFill>
              <a:prstDash val="solid"/>
            </a:ln>
          </c:spPr>
          <c:marker>
            <c:symbol val="none"/>
          </c:marker>
          <c:xVal>
            <c:numRef>
              <c:f>'Chart Data'!$C$2:$C$492</c:f>
              <c:numCache>
                <c:formatCode>General</c:formatCode>
                <c:ptCount val="491"/>
                <c:pt idx="0">
                  <c:v>1985</c:v>
                </c:pt>
                <c:pt idx="1">
                  <c:v>1985.083333</c:v>
                </c:pt>
                <c:pt idx="2">
                  <c:v>1985.166667</c:v>
                </c:pt>
                <c:pt idx="3">
                  <c:v>1985.25</c:v>
                </c:pt>
                <c:pt idx="4">
                  <c:v>1985.333333</c:v>
                </c:pt>
                <c:pt idx="5">
                  <c:v>1985.416667</c:v>
                </c:pt>
                <c:pt idx="6">
                  <c:v>1985.5</c:v>
                </c:pt>
                <c:pt idx="7">
                  <c:v>1985.583333</c:v>
                </c:pt>
                <c:pt idx="8">
                  <c:v>1985.666667</c:v>
                </c:pt>
                <c:pt idx="9">
                  <c:v>1985.75</c:v>
                </c:pt>
                <c:pt idx="10">
                  <c:v>1985.833333</c:v>
                </c:pt>
                <c:pt idx="11">
                  <c:v>1985.916667</c:v>
                </c:pt>
                <c:pt idx="12">
                  <c:v>1986</c:v>
                </c:pt>
                <c:pt idx="13">
                  <c:v>1986.083333</c:v>
                </c:pt>
                <c:pt idx="14">
                  <c:v>1986.166667</c:v>
                </c:pt>
                <c:pt idx="15">
                  <c:v>1986.25</c:v>
                </c:pt>
                <c:pt idx="16">
                  <c:v>1986.333333</c:v>
                </c:pt>
                <c:pt idx="17">
                  <c:v>1986.416667</c:v>
                </c:pt>
                <c:pt idx="18">
                  <c:v>1986.5</c:v>
                </c:pt>
                <c:pt idx="19">
                  <c:v>1986.583333</c:v>
                </c:pt>
                <c:pt idx="20">
                  <c:v>1986.666667</c:v>
                </c:pt>
                <c:pt idx="21">
                  <c:v>1986.75</c:v>
                </c:pt>
                <c:pt idx="22">
                  <c:v>1986.833333</c:v>
                </c:pt>
                <c:pt idx="23">
                  <c:v>1986.916667</c:v>
                </c:pt>
                <c:pt idx="24">
                  <c:v>1987</c:v>
                </c:pt>
                <c:pt idx="25">
                  <c:v>1987.083333</c:v>
                </c:pt>
                <c:pt idx="26">
                  <c:v>1987.166667</c:v>
                </c:pt>
                <c:pt idx="27">
                  <c:v>1987.25</c:v>
                </c:pt>
                <c:pt idx="28">
                  <c:v>1987.333333</c:v>
                </c:pt>
                <c:pt idx="29">
                  <c:v>1987.416667</c:v>
                </c:pt>
                <c:pt idx="30">
                  <c:v>1987.5</c:v>
                </c:pt>
                <c:pt idx="31">
                  <c:v>1987.583333</c:v>
                </c:pt>
                <c:pt idx="32">
                  <c:v>1987.666667</c:v>
                </c:pt>
                <c:pt idx="33">
                  <c:v>1987.75</c:v>
                </c:pt>
                <c:pt idx="34">
                  <c:v>1987.833333</c:v>
                </c:pt>
                <c:pt idx="35">
                  <c:v>1987.916667</c:v>
                </c:pt>
                <c:pt idx="36">
                  <c:v>1988</c:v>
                </c:pt>
                <c:pt idx="37">
                  <c:v>1988.083333</c:v>
                </c:pt>
                <c:pt idx="38">
                  <c:v>1988.166667</c:v>
                </c:pt>
                <c:pt idx="39">
                  <c:v>1988.25</c:v>
                </c:pt>
                <c:pt idx="40">
                  <c:v>1988.333333</c:v>
                </c:pt>
                <c:pt idx="41">
                  <c:v>1988.416667</c:v>
                </c:pt>
                <c:pt idx="42">
                  <c:v>1988.5</c:v>
                </c:pt>
                <c:pt idx="43">
                  <c:v>1988.583333</c:v>
                </c:pt>
                <c:pt idx="44">
                  <c:v>1988.666667</c:v>
                </c:pt>
                <c:pt idx="45">
                  <c:v>1988.75</c:v>
                </c:pt>
                <c:pt idx="46">
                  <c:v>1988.833333</c:v>
                </c:pt>
                <c:pt idx="47">
                  <c:v>1988.916667</c:v>
                </c:pt>
                <c:pt idx="48">
                  <c:v>1989</c:v>
                </c:pt>
                <c:pt idx="49">
                  <c:v>1989.083333</c:v>
                </c:pt>
                <c:pt idx="50">
                  <c:v>1989.166667</c:v>
                </c:pt>
                <c:pt idx="51">
                  <c:v>1989.25</c:v>
                </c:pt>
                <c:pt idx="52">
                  <c:v>1989.333333</c:v>
                </c:pt>
                <c:pt idx="53">
                  <c:v>1989.416667</c:v>
                </c:pt>
                <c:pt idx="54">
                  <c:v>1989.5</c:v>
                </c:pt>
                <c:pt idx="55">
                  <c:v>1989.583333</c:v>
                </c:pt>
                <c:pt idx="56">
                  <c:v>1989.666667</c:v>
                </c:pt>
                <c:pt idx="57">
                  <c:v>1989.75</c:v>
                </c:pt>
                <c:pt idx="58">
                  <c:v>1989.833333</c:v>
                </c:pt>
                <c:pt idx="59">
                  <c:v>1989.916667</c:v>
                </c:pt>
                <c:pt idx="60">
                  <c:v>1990</c:v>
                </c:pt>
                <c:pt idx="61">
                  <c:v>1990.083333</c:v>
                </c:pt>
                <c:pt idx="62">
                  <c:v>1990.166667</c:v>
                </c:pt>
                <c:pt idx="63">
                  <c:v>1990.25</c:v>
                </c:pt>
                <c:pt idx="64">
                  <c:v>1990.333333</c:v>
                </c:pt>
                <c:pt idx="65">
                  <c:v>1990.416667</c:v>
                </c:pt>
                <c:pt idx="66">
                  <c:v>1990.5</c:v>
                </c:pt>
                <c:pt idx="67">
                  <c:v>1990.583333</c:v>
                </c:pt>
                <c:pt idx="68">
                  <c:v>1990.666667</c:v>
                </c:pt>
                <c:pt idx="69">
                  <c:v>1990.75</c:v>
                </c:pt>
                <c:pt idx="70">
                  <c:v>1990.833333</c:v>
                </c:pt>
                <c:pt idx="71">
                  <c:v>1990.916667</c:v>
                </c:pt>
                <c:pt idx="72">
                  <c:v>1991</c:v>
                </c:pt>
                <c:pt idx="73">
                  <c:v>1991.083333</c:v>
                </c:pt>
                <c:pt idx="74">
                  <c:v>1991.166667</c:v>
                </c:pt>
                <c:pt idx="75">
                  <c:v>1991.25</c:v>
                </c:pt>
                <c:pt idx="76">
                  <c:v>1991.333333</c:v>
                </c:pt>
                <c:pt idx="77">
                  <c:v>1991.416667</c:v>
                </c:pt>
                <c:pt idx="78">
                  <c:v>1991.5</c:v>
                </c:pt>
                <c:pt idx="79">
                  <c:v>1991.583333</c:v>
                </c:pt>
                <c:pt idx="80">
                  <c:v>1991.666667</c:v>
                </c:pt>
                <c:pt idx="81">
                  <c:v>1991.75</c:v>
                </c:pt>
                <c:pt idx="82">
                  <c:v>1991.833333</c:v>
                </c:pt>
                <c:pt idx="83">
                  <c:v>1991.916667</c:v>
                </c:pt>
                <c:pt idx="84">
                  <c:v>1992</c:v>
                </c:pt>
                <c:pt idx="85">
                  <c:v>1992.083333</c:v>
                </c:pt>
                <c:pt idx="86">
                  <c:v>1992.166667</c:v>
                </c:pt>
                <c:pt idx="87">
                  <c:v>1992.25</c:v>
                </c:pt>
                <c:pt idx="88">
                  <c:v>1992.333333</c:v>
                </c:pt>
                <c:pt idx="89">
                  <c:v>1992.416667</c:v>
                </c:pt>
                <c:pt idx="90">
                  <c:v>1992.5</c:v>
                </c:pt>
                <c:pt idx="91">
                  <c:v>1992.583333</c:v>
                </c:pt>
                <c:pt idx="92">
                  <c:v>1992.666667</c:v>
                </c:pt>
                <c:pt idx="93">
                  <c:v>1992.75</c:v>
                </c:pt>
                <c:pt idx="94">
                  <c:v>1992.833333</c:v>
                </c:pt>
                <c:pt idx="95">
                  <c:v>1992.916667</c:v>
                </c:pt>
                <c:pt idx="96">
                  <c:v>1993</c:v>
                </c:pt>
                <c:pt idx="97">
                  <c:v>1993.083333</c:v>
                </c:pt>
                <c:pt idx="98">
                  <c:v>1993.166667</c:v>
                </c:pt>
                <c:pt idx="99">
                  <c:v>1993.25</c:v>
                </c:pt>
                <c:pt idx="100">
                  <c:v>1993.333333</c:v>
                </c:pt>
                <c:pt idx="101">
                  <c:v>1993.416667</c:v>
                </c:pt>
                <c:pt idx="102">
                  <c:v>1993.5</c:v>
                </c:pt>
                <c:pt idx="103">
                  <c:v>1993.583333</c:v>
                </c:pt>
                <c:pt idx="104">
                  <c:v>1993.666667</c:v>
                </c:pt>
                <c:pt idx="105">
                  <c:v>1993.75</c:v>
                </c:pt>
                <c:pt idx="106">
                  <c:v>1993.833333</c:v>
                </c:pt>
                <c:pt idx="107">
                  <c:v>1993.916667</c:v>
                </c:pt>
                <c:pt idx="108">
                  <c:v>1994</c:v>
                </c:pt>
                <c:pt idx="109">
                  <c:v>1994.083333</c:v>
                </c:pt>
                <c:pt idx="110">
                  <c:v>1994.166667</c:v>
                </c:pt>
                <c:pt idx="111">
                  <c:v>1994.25</c:v>
                </c:pt>
                <c:pt idx="112">
                  <c:v>1994.333333</c:v>
                </c:pt>
                <c:pt idx="113">
                  <c:v>1994.416667</c:v>
                </c:pt>
                <c:pt idx="114">
                  <c:v>1994.5</c:v>
                </c:pt>
                <c:pt idx="115">
                  <c:v>1994.583333</c:v>
                </c:pt>
                <c:pt idx="116">
                  <c:v>1994.666667</c:v>
                </c:pt>
                <c:pt idx="117">
                  <c:v>1994.75</c:v>
                </c:pt>
                <c:pt idx="118">
                  <c:v>1994.833333</c:v>
                </c:pt>
                <c:pt idx="119">
                  <c:v>1994.916667</c:v>
                </c:pt>
                <c:pt idx="120">
                  <c:v>1995</c:v>
                </c:pt>
                <c:pt idx="121">
                  <c:v>1995.083333</c:v>
                </c:pt>
                <c:pt idx="122">
                  <c:v>1995.166667</c:v>
                </c:pt>
                <c:pt idx="123">
                  <c:v>1995.25</c:v>
                </c:pt>
                <c:pt idx="124">
                  <c:v>1995.333333</c:v>
                </c:pt>
                <c:pt idx="125">
                  <c:v>1995.416667</c:v>
                </c:pt>
                <c:pt idx="126">
                  <c:v>1995.5</c:v>
                </c:pt>
                <c:pt idx="127">
                  <c:v>1995.583333</c:v>
                </c:pt>
                <c:pt idx="128">
                  <c:v>1995.666667</c:v>
                </c:pt>
                <c:pt idx="129">
                  <c:v>1995.75</c:v>
                </c:pt>
                <c:pt idx="130">
                  <c:v>1995.833333</c:v>
                </c:pt>
                <c:pt idx="131">
                  <c:v>1995.916667</c:v>
                </c:pt>
                <c:pt idx="132">
                  <c:v>1996</c:v>
                </c:pt>
                <c:pt idx="133">
                  <c:v>1996.083333</c:v>
                </c:pt>
                <c:pt idx="134">
                  <c:v>1996.166667</c:v>
                </c:pt>
                <c:pt idx="135">
                  <c:v>1996.25</c:v>
                </c:pt>
                <c:pt idx="136">
                  <c:v>1996.333333</c:v>
                </c:pt>
                <c:pt idx="137">
                  <c:v>1996.416667</c:v>
                </c:pt>
                <c:pt idx="138">
                  <c:v>1996.5</c:v>
                </c:pt>
                <c:pt idx="139">
                  <c:v>1996.583333</c:v>
                </c:pt>
                <c:pt idx="140">
                  <c:v>1996.666667</c:v>
                </c:pt>
                <c:pt idx="141">
                  <c:v>1996.75</c:v>
                </c:pt>
                <c:pt idx="142">
                  <c:v>1996.833333</c:v>
                </c:pt>
                <c:pt idx="143">
                  <c:v>1996.916667</c:v>
                </c:pt>
                <c:pt idx="144">
                  <c:v>1997</c:v>
                </c:pt>
                <c:pt idx="145">
                  <c:v>1997.083333</c:v>
                </c:pt>
                <c:pt idx="146">
                  <c:v>1997.166667</c:v>
                </c:pt>
                <c:pt idx="147">
                  <c:v>1997.25</c:v>
                </c:pt>
                <c:pt idx="148">
                  <c:v>1997.333333</c:v>
                </c:pt>
                <c:pt idx="149">
                  <c:v>1997.416667</c:v>
                </c:pt>
                <c:pt idx="150">
                  <c:v>1997.5</c:v>
                </c:pt>
                <c:pt idx="151">
                  <c:v>1997.583333</c:v>
                </c:pt>
                <c:pt idx="152">
                  <c:v>1997.666667</c:v>
                </c:pt>
                <c:pt idx="153">
                  <c:v>1997.75</c:v>
                </c:pt>
                <c:pt idx="154">
                  <c:v>1997.833333</c:v>
                </c:pt>
                <c:pt idx="155">
                  <c:v>1997.916667</c:v>
                </c:pt>
                <c:pt idx="156">
                  <c:v>1998</c:v>
                </c:pt>
                <c:pt idx="157">
                  <c:v>1998.083333</c:v>
                </c:pt>
                <c:pt idx="158">
                  <c:v>1998.166667</c:v>
                </c:pt>
                <c:pt idx="159">
                  <c:v>1998.25</c:v>
                </c:pt>
                <c:pt idx="160">
                  <c:v>1998.333333</c:v>
                </c:pt>
                <c:pt idx="161">
                  <c:v>1998.416667</c:v>
                </c:pt>
                <c:pt idx="162">
                  <c:v>1998.5</c:v>
                </c:pt>
                <c:pt idx="163">
                  <c:v>1998.583333</c:v>
                </c:pt>
                <c:pt idx="164">
                  <c:v>1998.666667</c:v>
                </c:pt>
                <c:pt idx="165">
                  <c:v>1998.75</c:v>
                </c:pt>
                <c:pt idx="166">
                  <c:v>1998.833333</c:v>
                </c:pt>
                <c:pt idx="167">
                  <c:v>1998.916667</c:v>
                </c:pt>
                <c:pt idx="168">
                  <c:v>1999</c:v>
                </c:pt>
                <c:pt idx="169">
                  <c:v>1999.083333</c:v>
                </c:pt>
                <c:pt idx="170">
                  <c:v>1999.166667</c:v>
                </c:pt>
                <c:pt idx="171">
                  <c:v>1999.25</c:v>
                </c:pt>
                <c:pt idx="172">
                  <c:v>1999.333333</c:v>
                </c:pt>
                <c:pt idx="173">
                  <c:v>1999.416667</c:v>
                </c:pt>
                <c:pt idx="174">
                  <c:v>1999.5</c:v>
                </c:pt>
                <c:pt idx="175">
                  <c:v>1999.583333</c:v>
                </c:pt>
                <c:pt idx="176">
                  <c:v>1999.666667</c:v>
                </c:pt>
                <c:pt idx="177">
                  <c:v>1999.75</c:v>
                </c:pt>
                <c:pt idx="178">
                  <c:v>1999.833333</c:v>
                </c:pt>
                <c:pt idx="179">
                  <c:v>1999.916667</c:v>
                </c:pt>
                <c:pt idx="180">
                  <c:v>2000</c:v>
                </c:pt>
                <c:pt idx="181">
                  <c:v>2000.083333</c:v>
                </c:pt>
                <c:pt idx="182">
                  <c:v>2000.166667</c:v>
                </c:pt>
                <c:pt idx="183">
                  <c:v>2000.25</c:v>
                </c:pt>
                <c:pt idx="184">
                  <c:v>2000.333333</c:v>
                </c:pt>
                <c:pt idx="185">
                  <c:v>2000.416667</c:v>
                </c:pt>
                <c:pt idx="186">
                  <c:v>2000.5</c:v>
                </c:pt>
                <c:pt idx="187">
                  <c:v>2000.583333</c:v>
                </c:pt>
                <c:pt idx="188">
                  <c:v>2000.666667</c:v>
                </c:pt>
                <c:pt idx="189">
                  <c:v>2000.75</c:v>
                </c:pt>
                <c:pt idx="190">
                  <c:v>2000.833333</c:v>
                </c:pt>
                <c:pt idx="191">
                  <c:v>2000.916667</c:v>
                </c:pt>
                <c:pt idx="192">
                  <c:v>2001</c:v>
                </c:pt>
                <c:pt idx="193">
                  <c:v>2001.083333</c:v>
                </c:pt>
                <c:pt idx="194">
                  <c:v>2001.166667</c:v>
                </c:pt>
                <c:pt idx="195">
                  <c:v>2001.25</c:v>
                </c:pt>
                <c:pt idx="196">
                  <c:v>2001.333333</c:v>
                </c:pt>
                <c:pt idx="197">
                  <c:v>2001.416667</c:v>
                </c:pt>
                <c:pt idx="198">
                  <c:v>2001.5</c:v>
                </c:pt>
                <c:pt idx="199">
                  <c:v>2001.583333</c:v>
                </c:pt>
                <c:pt idx="200">
                  <c:v>2001.666667</c:v>
                </c:pt>
                <c:pt idx="201">
                  <c:v>2001.75</c:v>
                </c:pt>
                <c:pt idx="202">
                  <c:v>2001.833333</c:v>
                </c:pt>
                <c:pt idx="203">
                  <c:v>2001.916667</c:v>
                </c:pt>
                <c:pt idx="204">
                  <c:v>2002</c:v>
                </c:pt>
                <c:pt idx="205">
                  <c:v>2002.083333</c:v>
                </c:pt>
                <c:pt idx="206">
                  <c:v>2002.166667</c:v>
                </c:pt>
                <c:pt idx="207">
                  <c:v>2002.25</c:v>
                </c:pt>
                <c:pt idx="208">
                  <c:v>2002.333333</c:v>
                </c:pt>
                <c:pt idx="209">
                  <c:v>2002.416667</c:v>
                </c:pt>
                <c:pt idx="210">
                  <c:v>2002.5</c:v>
                </c:pt>
                <c:pt idx="211">
                  <c:v>2002.583333</c:v>
                </c:pt>
                <c:pt idx="212">
                  <c:v>2002.666667</c:v>
                </c:pt>
                <c:pt idx="213">
                  <c:v>2002.75</c:v>
                </c:pt>
                <c:pt idx="214">
                  <c:v>2002.833333</c:v>
                </c:pt>
                <c:pt idx="215">
                  <c:v>2002.916667</c:v>
                </c:pt>
                <c:pt idx="216">
                  <c:v>2003</c:v>
                </c:pt>
                <c:pt idx="217">
                  <c:v>2003.083333</c:v>
                </c:pt>
                <c:pt idx="218">
                  <c:v>2003.166667</c:v>
                </c:pt>
                <c:pt idx="219">
                  <c:v>2003.25</c:v>
                </c:pt>
                <c:pt idx="220">
                  <c:v>2003.333333</c:v>
                </c:pt>
                <c:pt idx="221">
                  <c:v>2003.416667</c:v>
                </c:pt>
                <c:pt idx="222">
                  <c:v>2003.5</c:v>
                </c:pt>
                <c:pt idx="223">
                  <c:v>2003.583333</c:v>
                </c:pt>
                <c:pt idx="224">
                  <c:v>2003.666667</c:v>
                </c:pt>
                <c:pt idx="225">
                  <c:v>2003.75</c:v>
                </c:pt>
                <c:pt idx="226">
                  <c:v>2003.833333</c:v>
                </c:pt>
                <c:pt idx="227">
                  <c:v>2003.916667</c:v>
                </c:pt>
                <c:pt idx="228">
                  <c:v>2004</c:v>
                </c:pt>
                <c:pt idx="229">
                  <c:v>2004.083333</c:v>
                </c:pt>
                <c:pt idx="230">
                  <c:v>2004.166667</c:v>
                </c:pt>
                <c:pt idx="231">
                  <c:v>2004.25</c:v>
                </c:pt>
                <c:pt idx="232">
                  <c:v>2004.333333</c:v>
                </c:pt>
                <c:pt idx="233">
                  <c:v>2004.416667</c:v>
                </c:pt>
                <c:pt idx="234">
                  <c:v>2004.5</c:v>
                </c:pt>
                <c:pt idx="235">
                  <c:v>2004.583333</c:v>
                </c:pt>
                <c:pt idx="236">
                  <c:v>2004.666667</c:v>
                </c:pt>
                <c:pt idx="237">
                  <c:v>2004.75</c:v>
                </c:pt>
                <c:pt idx="238">
                  <c:v>2004.833333</c:v>
                </c:pt>
                <c:pt idx="239">
                  <c:v>2004.916667</c:v>
                </c:pt>
                <c:pt idx="240">
                  <c:v>2005</c:v>
                </c:pt>
                <c:pt idx="241">
                  <c:v>2005.083333</c:v>
                </c:pt>
                <c:pt idx="242">
                  <c:v>2005.166667</c:v>
                </c:pt>
                <c:pt idx="243">
                  <c:v>2005.25</c:v>
                </c:pt>
                <c:pt idx="244">
                  <c:v>2005.333333</c:v>
                </c:pt>
                <c:pt idx="245">
                  <c:v>2005.416667</c:v>
                </c:pt>
                <c:pt idx="246">
                  <c:v>2005.5</c:v>
                </c:pt>
                <c:pt idx="247">
                  <c:v>2005.583333</c:v>
                </c:pt>
                <c:pt idx="248">
                  <c:v>2005.666667</c:v>
                </c:pt>
                <c:pt idx="249">
                  <c:v>2005.75</c:v>
                </c:pt>
                <c:pt idx="250">
                  <c:v>2005.833333</c:v>
                </c:pt>
                <c:pt idx="251">
                  <c:v>2005.916667</c:v>
                </c:pt>
                <c:pt idx="252">
                  <c:v>2006</c:v>
                </c:pt>
                <c:pt idx="253">
                  <c:v>2006.083333</c:v>
                </c:pt>
                <c:pt idx="254">
                  <c:v>2006.166667</c:v>
                </c:pt>
                <c:pt idx="255">
                  <c:v>2006.25</c:v>
                </c:pt>
                <c:pt idx="256">
                  <c:v>2006.333333</c:v>
                </c:pt>
                <c:pt idx="257">
                  <c:v>2006.416667</c:v>
                </c:pt>
                <c:pt idx="258">
                  <c:v>2006.5</c:v>
                </c:pt>
                <c:pt idx="259">
                  <c:v>2006.583333</c:v>
                </c:pt>
                <c:pt idx="260">
                  <c:v>2006.666667</c:v>
                </c:pt>
                <c:pt idx="261">
                  <c:v>2006.75</c:v>
                </c:pt>
                <c:pt idx="262">
                  <c:v>2006.833333</c:v>
                </c:pt>
                <c:pt idx="263">
                  <c:v>2006.916667</c:v>
                </c:pt>
                <c:pt idx="264">
                  <c:v>2007</c:v>
                </c:pt>
                <c:pt idx="265">
                  <c:v>2007.083333</c:v>
                </c:pt>
                <c:pt idx="266">
                  <c:v>2007.166667</c:v>
                </c:pt>
                <c:pt idx="267">
                  <c:v>2007.25</c:v>
                </c:pt>
                <c:pt idx="268">
                  <c:v>2007.333333</c:v>
                </c:pt>
                <c:pt idx="269">
                  <c:v>2007.416667</c:v>
                </c:pt>
                <c:pt idx="270">
                  <c:v>2007.5</c:v>
                </c:pt>
                <c:pt idx="271">
                  <c:v>2007.583333</c:v>
                </c:pt>
                <c:pt idx="272">
                  <c:v>2007.666667</c:v>
                </c:pt>
                <c:pt idx="273">
                  <c:v>2007.75</c:v>
                </c:pt>
                <c:pt idx="274">
                  <c:v>2007.833333</c:v>
                </c:pt>
                <c:pt idx="275">
                  <c:v>2007.916667</c:v>
                </c:pt>
                <c:pt idx="276">
                  <c:v>2008</c:v>
                </c:pt>
                <c:pt idx="277">
                  <c:v>2008.083333</c:v>
                </c:pt>
                <c:pt idx="278">
                  <c:v>2008.166667</c:v>
                </c:pt>
                <c:pt idx="279">
                  <c:v>2008.25</c:v>
                </c:pt>
                <c:pt idx="280">
                  <c:v>2008.333333</c:v>
                </c:pt>
                <c:pt idx="281">
                  <c:v>2008.416667</c:v>
                </c:pt>
                <c:pt idx="282">
                  <c:v>2008.5</c:v>
                </c:pt>
                <c:pt idx="283">
                  <c:v>2008.583333</c:v>
                </c:pt>
                <c:pt idx="284">
                  <c:v>2008.666667</c:v>
                </c:pt>
                <c:pt idx="285">
                  <c:v>2008.75</c:v>
                </c:pt>
                <c:pt idx="286">
                  <c:v>2008.833333</c:v>
                </c:pt>
                <c:pt idx="287">
                  <c:v>2008.916667</c:v>
                </c:pt>
                <c:pt idx="288">
                  <c:v>2009</c:v>
                </c:pt>
                <c:pt idx="289">
                  <c:v>2009.083333</c:v>
                </c:pt>
                <c:pt idx="290">
                  <c:v>2009.166667</c:v>
                </c:pt>
                <c:pt idx="291">
                  <c:v>2009.25</c:v>
                </c:pt>
                <c:pt idx="292">
                  <c:v>2009.333333</c:v>
                </c:pt>
                <c:pt idx="293">
                  <c:v>2009.416667</c:v>
                </c:pt>
                <c:pt idx="294">
                  <c:v>2009.5</c:v>
                </c:pt>
                <c:pt idx="295">
                  <c:v>2009.583333</c:v>
                </c:pt>
                <c:pt idx="296">
                  <c:v>2009.666667</c:v>
                </c:pt>
                <c:pt idx="297">
                  <c:v>2009.75</c:v>
                </c:pt>
                <c:pt idx="298">
                  <c:v>2009.833333</c:v>
                </c:pt>
                <c:pt idx="299">
                  <c:v>2009.916667</c:v>
                </c:pt>
                <c:pt idx="300">
                  <c:v>2010</c:v>
                </c:pt>
                <c:pt idx="301">
                  <c:v>2010.083333</c:v>
                </c:pt>
                <c:pt idx="302">
                  <c:v>2010.166667</c:v>
                </c:pt>
                <c:pt idx="303">
                  <c:v>2010.25</c:v>
                </c:pt>
                <c:pt idx="304">
                  <c:v>2010.333333</c:v>
                </c:pt>
                <c:pt idx="305">
                  <c:v>2010.416667</c:v>
                </c:pt>
                <c:pt idx="306">
                  <c:v>2010.5</c:v>
                </c:pt>
                <c:pt idx="307">
                  <c:v>2010.583333</c:v>
                </c:pt>
                <c:pt idx="308">
                  <c:v>2010.666667</c:v>
                </c:pt>
                <c:pt idx="309">
                  <c:v>2010.75</c:v>
                </c:pt>
                <c:pt idx="310">
                  <c:v>2010.833333</c:v>
                </c:pt>
                <c:pt idx="311">
                  <c:v>2010.916667</c:v>
                </c:pt>
                <c:pt idx="312">
                  <c:v>2011</c:v>
                </c:pt>
                <c:pt idx="313">
                  <c:v>2011.083333</c:v>
                </c:pt>
                <c:pt idx="314">
                  <c:v>2011.166667</c:v>
                </c:pt>
                <c:pt idx="315">
                  <c:v>2011.25</c:v>
                </c:pt>
                <c:pt idx="316">
                  <c:v>2011.333333</c:v>
                </c:pt>
                <c:pt idx="317">
                  <c:v>2011.416667</c:v>
                </c:pt>
                <c:pt idx="318">
                  <c:v>2011.5</c:v>
                </c:pt>
                <c:pt idx="319">
                  <c:v>2011.583333</c:v>
                </c:pt>
                <c:pt idx="320">
                  <c:v>2011.666667</c:v>
                </c:pt>
                <c:pt idx="321">
                  <c:v>2011.75</c:v>
                </c:pt>
                <c:pt idx="322">
                  <c:v>2011.833333</c:v>
                </c:pt>
                <c:pt idx="323">
                  <c:v>2011.916667</c:v>
                </c:pt>
                <c:pt idx="324">
                  <c:v>2012</c:v>
                </c:pt>
                <c:pt idx="325">
                  <c:v>2012.083333</c:v>
                </c:pt>
                <c:pt idx="326">
                  <c:v>2012.166667</c:v>
                </c:pt>
                <c:pt idx="327">
                  <c:v>2012.25</c:v>
                </c:pt>
                <c:pt idx="328">
                  <c:v>2012.333333</c:v>
                </c:pt>
                <c:pt idx="329">
                  <c:v>2012.416667</c:v>
                </c:pt>
                <c:pt idx="330">
                  <c:v>2012.5</c:v>
                </c:pt>
                <c:pt idx="331">
                  <c:v>2012.583333</c:v>
                </c:pt>
                <c:pt idx="332">
                  <c:v>2012.666667</c:v>
                </c:pt>
                <c:pt idx="333">
                  <c:v>2012.75</c:v>
                </c:pt>
                <c:pt idx="334">
                  <c:v>2012.833333</c:v>
                </c:pt>
                <c:pt idx="335">
                  <c:v>2012.916667</c:v>
                </c:pt>
                <c:pt idx="336">
                  <c:v>2013</c:v>
                </c:pt>
                <c:pt idx="337">
                  <c:v>2013.083333</c:v>
                </c:pt>
                <c:pt idx="338">
                  <c:v>2013.166667</c:v>
                </c:pt>
                <c:pt idx="339">
                  <c:v>2013.25</c:v>
                </c:pt>
                <c:pt idx="340">
                  <c:v>2013.333333</c:v>
                </c:pt>
                <c:pt idx="341">
                  <c:v>2013.416667</c:v>
                </c:pt>
                <c:pt idx="342">
                  <c:v>2013.5</c:v>
                </c:pt>
                <c:pt idx="343">
                  <c:v>2013.583333</c:v>
                </c:pt>
                <c:pt idx="344">
                  <c:v>2013.666667</c:v>
                </c:pt>
                <c:pt idx="345">
                  <c:v>2013.75</c:v>
                </c:pt>
                <c:pt idx="346">
                  <c:v>2013.833333</c:v>
                </c:pt>
                <c:pt idx="347">
                  <c:v>2013.916667</c:v>
                </c:pt>
                <c:pt idx="348">
                  <c:v>2014</c:v>
                </c:pt>
                <c:pt idx="349">
                  <c:v>2014.083333</c:v>
                </c:pt>
                <c:pt idx="350">
                  <c:v>2014.166667</c:v>
                </c:pt>
                <c:pt idx="351">
                  <c:v>2014.25</c:v>
                </c:pt>
                <c:pt idx="352">
                  <c:v>2014.333333</c:v>
                </c:pt>
                <c:pt idx="353">
                  <c:v>2014.416667</c:v>
                </c:pt>
                <c:pt idx="354">
                  <c:v>2014.5</c:v>
                </c:pt>
                <c:pt idx="355">
                  <c:v>2014.583333</c:v>
                </c:pt>
                <c:pt idx="356">
                  <c:v>2014.666667</c:v>
                </c:pt>
                <c:pt idx="357">
                  <c:v>2014.75</c:v>
                </c:pt>
                <c:pt idx="358">
                  <c:v>2014.833333</c:v>
                </c:pt>
                <c:pt idx="359">
                  <c:v>2014.916667</c:v>
                </c:pt>
                <c:pt idx="360">
                  <c:v>2015</c:v>
                </c:pt>
                <c:pt idx="361">
                  <c:v>2015.083333</c:v>
                </c:pt>
                <c:pt idx="362">
                  <c:v>2015.166667</c:v>
                </c:pt>
                <c:pt idx="363">
                  <c:v>2015.25</c:v>
                </c:pt>
                <c:pt idx="364">
                  <c:v>2015.333333</c:v>
                </c:pt>
                <c:pt idx="365">
                  <c:v>2015.416667</c:v>
                </c:pt>
                <c:pt idx="366">
                  <c:v>2015.5</c:v>
                </c:pt>
                <c:pt idx="367">
                  <c:v>2015.583333</c:v>
                </c:pt>
                <c:pt idx="368">
                  <c:v>2015.666667</c:v>
                </c:pt>
                <c:pt idx="369">
                  <c:v>2015.75</c:v>
                </c:pt>
                <c:pt idx="370">
                  <c:v>2015.833333</c:v>
                </c:pt>
                <c:pt idx="371">
                  <c:v>2015.916667</c:v>
                </c:pt>
                <c:pt idx="372">
                  <c:v>2016</c:v>
                </c:pt>
                <c:pt idx="373">
                  <c:v>2016.083333</c:v>
                </c:pt>
                <c:pt idx="374">
                  <c:v>2016.166667</c:v>
                </c:pt>
                <c:pt idx="375">
                  <c:v>2016.25</c:v>
                </c:pt>
                <c:pt idx="376">
                  <c:v>2016.333333</c:v>
                </c:pt>
                <c:pt idx="377">
                  <c:v>2016.416667</c:v>
                </c:pt>
                <c:pt idx="378">
                  <c:v>2016.5</c:v>
                </c:pt>
                <c:pt idx="379">
                  <c:v>2016.583333</c:v>
                </c:pt>
                <c:pt idx="380">
                  <c:v>2016.666667</c:v>
                </c:pt>
                <c:pt idx="381">
                  <c:v>2016.75</c:v>
                </c:pt>
                <c:pt idx="382">
                  <c:v>2016.833333</c:v>
                </c:pt>
                <c:pt idx="383">
                  <c:v>2016.916667</c:v>
                </c:pt>
                <c:pt idx="384">
                  <c:v>2017</c:v>
                </c:pt>
                <c:pt idx="385">
                  <c:v>2017.083333</c:v>
                </c:pt>
                <c:pt idx="386">
                  <c:v>2017.166667</c:v>
                </c:pt>
                <c:pt idx="387">
                  <c:v>2017.25</c:v>
                </c:pt>
                <c:pt idx="388">
                  <c:v>2017.333333</c:v>
                </c:pt>
                <c:pt idx="389">
                  <c:v>2017.416667</c:v>
                </c:pt>
                <c:pt idx="390">
                  <c:v>2017.5</c:v>
                </c:pt>
                <c:pt idx="391">
                  <c:v>2017.583333</c:v>
                </c:pt>
                <c:pt idx="392">
                  <c:v>2017.666667</c:v>
                </c:pt>
                <c:pt idx="393">
                  <c:v>2017.75</c:v>
                </c:pt>
                <c:pt idx="394">
                  <c:v>2017.833333</c:v>
                </c:pt>
                <c:pt idx="395">
                  <c:v>2017.916667</c:v>
                </c:pt>
                <c:pt idx="396">
                  <c:v>2018</c:v>
                </c:pt>
                <c:pt idx="397">
                  <c:v>2018.083333</c:v>
                </c:pt>
                <c:pt idx="398">
                  <c:v>2018.166667</c:v>
                </c:pt>
                <c:pt idx="399">
                  <c:v>2018.25</c:v>
                </c:pt>
                <c:pt idx="400">
                  <c:v>2018.333333</c:v>
                </c:pt>
                <c:pt idx="401">
                  <c:v>2018.416667</c:v>
                </c:pt>
                <c:pt idx="402">
                  <c:v>2018.5</c:v>
                </c:pt>
                <c:pt idx="403">
                  <c:v>2018.583333</c:v>
                </c:pt>
                <c:pt idx="404">
                  <c:v>2018.666667</c:v>
                </c:pt>
                <c:pt idx="405">
                  <c:v>2018.75</c:v>
                </c:pt>
                <c:pt idx="406">
                  <c:v>2018.833333</c:v>
                </c:pt>
                <c:pt idx="407">
                  <c:v>2018.916667</c:v>
                </c:pt>
                <c:pt idx="408">
                  <c:v>2019</c:v>
                </c:pt>
                <c:pt idx="409">
                  <c:v>2019.083333</c:v>
                </c:pt>
                <c:pt idx="410">
                  <c:v>2019.166667</c:v>
                </c:pt>
                <c:pt idx="411">
                  <c:v>2019.25</c:v>
                </c:pt>
                <c:pt idx="412">
                  <c:v>2019.333333</c:v>
                </c:pt>
                <c:pt idx="413">
                  <c:v>2019.416667</c:v>
                </c:pt>
                <c:pt idx="414">
                  <c:v>2019.5</c:v>
                </c:pt>
                <c:pt idx="415">
                  <c:v>2019.583333</c:v>
                </c:pt>
                <c:pt idx="416">
                  <c:v>2019.666667</c:v>
                </c:pt>
                <c:pt idx="417">
                  <c:v>2019.75</c:v>
                </c:pt>
                <c:pt idx="418">
                  <c:v>2019.833333</c:v>
                </c:pt>
                <c:pt idx="419">
                  <c:v>2019.916667</c:v>
                </c:pt>
                <c:pt idx="420">
                  <c:v>2020</c:v>
                </c:pt>
                <c:pt idx="421">
                  <c:v>2020.083333</c:v>
                </c:pt>
                <c:pt idx="422">
                  <c:v>2020.166667</c:v>
                </c:pt>
                <c:pt idx="423">
                  <c:v>2020.25</c:v>
                </c:pt>
                <c:pt idx="424">
                  <c:v>2020.333333</c:v>
                </c:pt>
                <c:pt idx="425">
                  <c:v>2020.416667</c:v>
                </c:pt>
                <c:pt idx="426">
                  <c:v>2020.5</c:v>
                </c:pt>
                <c:pt idx="427">
                  <c:v>2020.583333</c:v>
                </c:pt>
                <c:pt idx="428">
                  <c:v>2020.666667</c:v>
                </c:pt>
                <c:pt idx="429">
                  <c:v>2020.75</c:v>
                </c:pt>
                <c:pt idx="430">
                  <c:v>2020.833333</c:v>
                </c:pt>
                <c:pt idx="431">
                  <c:v>2020.916667</c:v>
                </c:pt>
                <c:pt idx="432">
                  <c:v>2021</c:v>
                </c:pt>
                <c:pt idx="433">
                  <c:v>2021.083333</c:v>
                </c:pt>
                <c:pt idx="434">
                  <c:v>2021.166667</c:v>
                </c:pt>
                <c:pt idx="435">
                  <c:v>2021.25</c:v>
                </c:pt>
                <c:pt idx="436">
                  <c:v>2021.333333</c:v>
                </c:pt>
                <c:pt idx="437">
                  <c:v>2021.416667</c:v>
                </c:pt>
                <c:pt idx="438">
                  <c:v>2021.5</c:v>
                </c:pt>
                <c:pt idx="439">
                  <c:v>2021.583333</c:v>
                </c:pt>
                <c:pt idx="440">
                  <c:v>2021.666667</c:v>
                </c:pt>
                <c:pt idx="441">
                  <c:v>2021.75</c:v>
                </c:pt>
                <c:pt idx="442">
                  <c:v>2021.833333</c:v>
                </c:pt>
                <c:pt idx="443">
                  <c:v>2021.916667</c:v>
                </c:pt>
                <c:pt idx="444">
                  <c:v>2022</c:v>
                </c:pt>
                <c:pt idx="445">
                  <c:v>2022.083333</c:v>
                </c:pt>
                <c:pt idx="446">
                  <c:v>2022.166667</c:v>
                </c:pt>
                <c:pt idx="447">
                  <c:v>2022.25</c:v>
                </c:pt>
                <c:pt idx="448">
                  <c:v>2022.333333</c:v>
                </c:pt>
                <c:pt idx="449">
                  <c:v>2022.416667</c:v>
                </c:pt>
                <c:pt idx="450">
                  <c:v>2022.5</c:v>
                </c:pt>
                <c:pt idx="451">
                  <c:v>2022.583333</c:v>
                </c:pt>
                <c:pt idx="452">
                  <c:v>2022.666667</c:v>
                </c:pt>
                <c:pt idx="453">
                  <c:v>2022.75</c:v>
                </c:pt>
                <c:pt idx="454">
                  <c:v>2022.833333</c:v>
                </c:pt>
                <c:pt idx="455">
                  <c:v>2022.916667</c:v>
                </c:pt>
                <c:pt idx="456">
                  <c:v>2023</c:v>
                </c:pt>
                <c:pt idx="457">
                  <c:v>2023.083333</c:v>
                </c:pt>
                <c:pt idx="458">
                  <c:v>2023.166667</c:v>
                </c:pt>
                <c:pt idx="459">
                  <c:v>2023.25</c:v>
                </c:pt>
                <c:pt idx="460">
                  <c:v>2023.333333</c:v>
                </c:pt>
                <c:pt idx="461">
                  <c:v>2023.416667</c:v>
                </c:pt>
                <c:pt idx="462">
                  <c:v>2023.5</c:v>
                </c:pt>
                <c:pt idx="463">
                  <c:v>2023.583333</c:v>
                </c:pt>
                <c:pt idx="464">
                  <c:v>2023.666667</c:v>
                </c:pt>
                <c:pt idx="465">
                  <c:v>2023.75</c:v>
                </c:pt>
                <c:pt idx="466">
                  <c:v>2023.833333</c:v>
                </c:pt>
                <c:pt idx="467">
                  <c:v>2023.916667</c:v>
                </c:pt>
                <c:pt idx="468">
                  <c:v>2024</c:v>
                </c:pt>
                <c:pt idx="469">
                  <c:v>2024.083333</c:v>
                </c:pt>
                <c:pt idx="470">
                  <c:v>2024.166667</c:v>
                </c:pt>
                <c:pt idx="471">
                  <c:v>2024.25</c:v>
                </c:pt>
                <c:pt idx="472">
                  <c:v>2024.333333</c:v>
                </c:pt>
                <c:pt idx="473">
                  <c:v>2024.416667</c:v>
                </c:pt>
                <c:pt idx="474">
                  <c:v>2024.5</c:v>
                </c:pt>
                <c:pt idx="475">
                  <c:v>2024.583333</c:v>
                </c:pt>
                <c:pt idx="476">
                  <c:v>2024.666667</c:v>
                </c:pt>
                <c:pt idx="477">
                  <c:v>2024.75</c:v>
                </c:pt>
                <c:pt idx="478">
                  <c:v>2024.833333</c:v>
                </c:pt>
                <c:pt idx="479">
                  <c:v>2024.916667</c:v>
                </c:pt>
                <c:pt idx="480">
                  <c:v>2025</c:v>
                </c:pt>
                <c:pt idx="481">
                  <c:v>2025.083333</c:v>
                </c:pt>
                <c:pt idx="482">
                  <c:v>2025.166667</c:v>
                </c:pt>
                <c:pt idx="483">
                  <c:v>2025.25</c:v>
                </c:pt>
                <c:pt idx="484">
                  <c:v>2025.333333</c:v>
                </c:pt>
                <c:pt idx="485">
                  <c:v>2025.416667</c:v>
                </c:pt>
                <c:pt idx="486">
                  <c:v>2025.5</c:v>
                </c:pt>
                <c:pt idx="487">
                  <c:v>2025.583333</c:v>
                </c:pt>
                <c:pt idx="488">
                  <c:v>2025.666667</c:v>
                </c:pt>
                <c:pt idx="489">
                  <c:v>2025.75</c:v>
                </c:pt>
                <c:pt idx="490">
                  <c:v>2025.833333</c:v>
                </c:pt>
              </c:numCache>
            </c:numRef>
          </c:xVal>
          <c:yVal>
            <c:numRef>
              <c:f>'Chart Data'!$D$2:$D$492</c:f>
              <c:numCache>
                <c:formatCode>0</c:formatCode>
                <c:ptCount val="491"/>
                <c:pt idx="0">
                  <c:v>19.5642</c:v>
                </c:pt>
                <c:pt idx="1">
                  <c:v>18.002099999999999</c:v>
                </c:pt>
                <c:pt idx="2">
                  <c:v>19.561900000000001</c:v>
                </c:pt>
                <c:pt idx="3">
                  <c:v>21.16</c:v>
                </c:pt>
                <c:pt idx="4">
                  <c:v>25.433499999999999</c:v>
                </c:pt>
                <c:pt idx="5">
                  <c:v>28.198</c:v>
                </c:pt>
                <c:pt idx="6">
                  <c:v>28.569700000000001</c:v>
                </c:pt>
                <c:pt idx="7">
                  <c:v>29.146799999999999</c:v>
                </c:pt>
                <c:pt idx="8">
                  <c:v>28.462700000000002</c:v>
                </c:pt>
                <c:pt idx="9">
                  <c:v>26.6248</c:v>
                </c:pt>
                <c:pt idx="10">
                  <c:v>23.938300000000002</c:v>
                </c:pt>
                <c:pt idx="11">
                  <c:v>22.2545</c:v>
                </c:pt>
                <c:pt idx="12">
                  <c:v>20.799700000000001</c:v>
                </c:pt>
                <c:pt idx="13">
                  <c:v>20.572099999999999</c:v>
                </c:pt>
                <c:pt idx="14">
                  <c:v>19.778700000000001</c:v>
                </c:pt>
                <c:pt idx="15">
                  <c:v>21.9267</c:v>
                </c:pt>
                <c:pt idx="16">
                  <c:v>24.701899999999998</c:v>
                </c:pt>
                <c:pt idx="17">
                  <c:v>27.764700000000001</c:v>
                </c:pt>
                <c:pt idx="18">
                  <c:v>28.811</c:v>
                </c:pt>
                <c:pt idx="19">
                  <c:v>28.681899999999999</c:v>
                </c:pt>
                <c:pt idx="20">
                  <c:v>28.6403</c:v>
                </c:pt>
                <c:pt idx="21">
                  <c:v>27.1113</c:v>
                </c:pt>
                <c:pt idx="22">
                  <c:v>24.759</c:v>
                </c:pt>
                <c:pt idx="23">
                  <c:v>22.307400000000001</c:v>
                </c:pt>
                <c:pt idx="24">
                  <c:v>20.472899999999999</c:v>
                </c:pt>
                <c:pt idx="25">
                  <c:v>18.807500000000001</c:v>
                </c:pt>
                <c:pt idx="26">
                  <c:v>19.357099999999999</c:v>
                </c:pt>
                <c:pt idx="27">
                  <c:v>20.563300000000002</c:v>
                </c:pt>
                <c:pt idx="28">
                  <c:v>24.712299999999999</c:v>
                </c:pt>
                <c:pt idx="29">
                  <c:v>27.681699999999999</c:v>
                </c:pt>
                <c:pt idx="30">
                  <c:v>29.455500000000001</c:v>
                </c:pt>
                <c:pt idx="31">
                  <c:v>29.846800000000002</c:v>
                </c:pt>
                <c:pt idx="32">
                  <c:v>28.834700000000002</c:v>
                </c:pt>
                <c:pt idx="33">
                  <c:v>26.0274</c:v>
                </c:pt>
                <c:pt idx="34">
                  <c:v>23.225999999999999</c:v>
                </c:pt>
                <c:pt idx="35">
                  <c:v>21.352900000000002</c:v>
                </c:pt>
                <c:pt idx="36">
                  <c:v>19.341000000000001</c:v>
                </c:pt>
                <c:pt idx="37">
                  <c:v>18.529299999999999</c:v>
                </c:pt>
                <c:pt idx="38">
                  <c:v>18.9587</c:v>
                </c:pt>
                <c:pt idx="39">
                  <c:v>20.902699999999999</c:v>
                </c:pt>
                <c:pt idx="40">
                  <c:v>23.9316</c:v>
                </c:pt>
                <c:pt idx="41">
                  <c:v>26.886299999999999</c:v>
                </c:pt>
                <c:pt idx="42">
                  <c:v>28.906099999999999</c:v>
                </c:pt>
                <c:pt idx="43">
                  <c:v>29.686499999999999</c:v>
                </c:pt>
                <c:pt idx="44">
                  <c:v>28.041</c:v>
                </c:pt>
                <c:pt idx="45">
                  <c:v>26.477399999999999</c:v>
                </c:pt>
                <c:pt idx="46">
                  <c:v>24.4483</c:v>
                </c:pt>
                <c:pt idx="47">
                  <c:v>21.855499999999999</c:v>
                </c:pt>
                <c:pt idx="48">
                  <c:v>21.239699999999999</c:v>
                </c:pt>
                <c:pt idx="49">
                  <c:v>20.3889</c:v>
                </c:pt>
                <c:pt idx="50">
                  <c:v>20.0487</c:v>
                </c:pt>
                <c:pt idx="51">
                  <c:v>21.553699999999999</c:v>
                </c:pt>
                <c:pt idx="52">
                  <c:v>25.1416</c:v>
                </c:pt>
                <c:pt idx="53">
                  <c:v>27.622</c:v>
                </c:pt>
                <c:pt idx="54">
                  <c:v>28.634499999999999</c:v>
                </c:pt>
                <c:pt idx="55">
                  <c:v>29.28</c:v>
                </c:pt>
                <c:pt idx="56">
                  <c:v>29.248699999999999</c:v>
                </c:pt>
                <c:pt idx="57">
                  <c:v>26.265499999999999</c:v>
                </c:pt>
                <c:pt idx="58">
                  <c:v>23.910299999999999</c:v>
                </c:pt>
                <c:pt idx="59">
                  <c:v>20.969000000000001</c:v>
                </c:pt>
                <c:pt idx="60">
                  <c:v>19.023499999999999</c:v>
                </c:pt>
                <c:pt idx="61">
                  <c:v>19.231100000000001</c:v>
                </c:pt>
                <c:pt idx="62">
                  <c:v>19.7074</c:v>
                </c:pt>
                <c:pt idx="63">
                  <c:v>21.364699999999999</c:v>
                </c:pt>
                <c:pt idx="64">
                  <c:v>25.172899999999998</c:v>
                </c:pt>
                <c:pt idx="65">
                  <c:v>29.105699999999999</c:v>
                </c:pt>
                <c:pt idx="66">
                  <c:v>29.4132</c:v>
                </c:pt>
                <c:pt idx="67">
                  <c:v>29.958100000000002</c:v>
                </c:pt>
                <c:pt idx="68">
                  <c:v>29.105699999999999</c:v>
                </c:pt>
                <c:pt idx="69">
                  <c:v>27.254799999999999</c:v>
                </c:pt>
                <c:pt idx="70">
                  <c:v>24.2197</c:v>
                </c:pt>
                <c:pt idx="71">
                  <c:v>22.0352</c:v>
                </c:pt>
                <c:pt idx="72">
                  <c:v>20.363900000000001</c:v>
                </c:pt>
                <c:pt idx="73">
                  <c:v>19.947099999999999</c:v>
                </c:pt>
                <c:pt idx="74">
                  <c:v>19.727699999999999</c:v>
                </c:pt>
                <c:pt idx="75">
                  <c:v>22.998000000000001</c:v>
                </c:pt>
                <c:pt idx="76">
                  <c:v>25.976099999999999</c:v>
                </c:pt>
                <c:pt idx="77">
                  <c:v>28.465</c:v>
                </c:pt>
                <c:pt idx="78">
                  <c:v>30.2577</c:v>
                </c:pt>
                <c:pt idx="79">
                  <c:v>30.0303</c:v>
                </c:pt>
                <c:pt idx="80">
                  <c:v>28.8993</c:v>
                </c:pt>
                <c:pt idx="81">
                  <c:v>26.308700000000002</c:v>
                </c:pt>
                <c:pt idx="82">
                  <c:v>23.385999999999999</c:v>
                </c:pt>
                <c:pt idx="83">
                  <c:v>21.546800000000001</c:v>
                </c:pt>
                <c:pt idx="84">
                  <c:v>20.063199999999998</c:v>
                </c:pt>
                <c:pt idx="85">
                  <c:v>19.203399999999998</c:v>
                </c:pt>
                <c:pt idx="86">
                  <c:v>19.3432</c:v>
                </c:pt>
                <c:pt idx="87">
                  <c:v>21.239699999999999</c:v>
                </c:pt>
                <c:pt idx="88">
                  <c:v>24.233499999999999</c:v>
                </c:pt>
                <c:pt idx="89">
                  <c:v>28.033999999999999</c:v>
                </c:pt>
                <c:pt idx="90">
                  <c:v>29.4148</c:v>
                </c:pt>
                <c:pt idx="91">
                  <c:v>28.897400000000001</c:v>
                </c:pt>
                <c:pt idx="92">
                  <c:v>28.635999999999999</c:v>
                </c:pt>
                <c:pt idx="93">
                  <c:v>26.052299999999999</c:v>
                </c:pt>
                <c:pt idx="94">
                  <c:v>23.401299999999999</c:v>
                </c:pt>
                <c:pt idx="95">
                  <c:v>21.676500000000001</c:v>
                </c:pt>
                <c:pt idx="96">
                  <c:v>20.816099999999999</c:v>
                </c:pt>
                <c:pt idx="97">
                  <c:v>19.373200000000001</c:v>
                </c:pt>
                <c:pt idx="98">
                  <c:v>19.044799999999999</c:v>
                </c:pt>
                <c:pt idx="99">
                  <c:v>20.266300000000001</c:v>
                </c:pt>
                <c:pt idx="100">
                  <c:v>23.814800000000002</c:v>
                </c:pt>
                <c:pt idx="101">
                  <c:v>27.150700000000001</c:v>
                </c:pt>
                <c:pt idx="102">
                  <c:v>29.5548</c:v>
                </c:pt>
                <c:pt idx="103">
                  <c:v>30.174800000000001</c:v>
                </c:pt>
                <c:pt idx="104">
                  <c:v>29.1737</c:v>
                </c:pt>
                <c:pt idx="105">
                  <c:v>26.757100000000001</c:v>
                </c:pt>
                <c:pt idx="106">
                  <c:v>22.712299999999999</c:v>
                </c:pt>
                <c:pt idx="107">
                  <c:v>21.677700000000002</c:v>
                </c:pt>
                <c:pt idx="108">
                  <c:v>19.3474</c:v>
                </c:pt>
                <c:pt idx="109">
                  <c:v>19.229600000000001</c:v>
                </c:pt>
                <c:pt idx="110">
                  <c:v>19.4419</c:v>
                </c:pt>
                <c:pt idx="111">
                  <c:v>20.892700000000001</c:v>
                </c:pt>
                <c:pt idx="112">
                  <c:v>25.2468</c:v>
                </c:pt>
                <c:pt idx="113">
                  <c:v>28.2303</c:v>
                </c:pt>
                <c:pt idx="114">
                  <c:v>29.2881</c:v>
                </c:pt>
                <c:pt idx="115">
                  <c:v>28.8245</c:v>
                </c:pt>
                <c:pt idx="116">
                  <c:v>28.519300000000001</c:v>
                </c:pt>
                <c:pt idx="117">
                  <c:v>26.591899999999999</c:v>
                </c:pt>
                <c:pt idx="118">
                  <c:v>25.167999999999999</c:v>
                </c:pt>
                <c:pt idx="119">
                  <c:v>22.549399999999999</c:v>
                </c:pt>
                <c:pt idx="120">
                  <c:v>19.600999999999999</c:v>
                </c:pt>
                <c:pt idx="121">
                  <c:v>18.926100000000002</c:v>
                </c:pt>
                <c:pt idx="122">
                  <c:v>20.3565</c:v>
                </c:pt>
                <c:pt idx="123">
                  <c:v>21.748000000000001</c:v>
                </c:pt>
                <c:pt idx="124">
                  <c:v>25.230599999999999</c:v>
                </c:pt>
                <c:pt idx="125">
                  <c:v>27.59</c:v>
                </c:pt>
                <c:pt idx="126">
                  <c:v>29.492599999999999</c:v>
                </c:pt>
                <c:pt idx="127">
                  <c:v>30.061</c:v>
                </c:pt>
                <c:pt idx="128">
                  <c:v>29.734300000000001</c:v>
                </c:pt>
                <c:pt idx="129">
                  <c:v>26.532900000000001</c:v>
                </c:pt>
                <c:pt idx="130">
                  <c:v>24.038699999999999</c:v>
                </c:pt>
                <c:pt idx="131">
                  <c:v>22.01</c:v>
                </c:pt>
                <c:pt idx="132">
                  <c:v>18.792300000000001</c:v>
                </c:pt>
                <c:pt idx="133">
                  <c:v>17.9238</c:v>
                </c:pt>
                <c:pt idx="134">
                  <c:v>17.93</c:v>
                </c:pt>
                <c:pt idx="135">
                  <c:v>19.4587</c:v>
                </c:pt>
                <c:pt idx="136">
                  <c:v>24.521599999999999</c:v>
                </c:pt>
                <c:pt idx="137">
                  <c:v>28.381</c:v>
                </c:pt>
                <c:pt idx="138">
                  <c:v>29.7697</c:v>
                </c:pt>
                <c:pt idx="139">
                  <c:v>29.188099999999999</c:v>
                </c:pt>
                <c:pt idx="140">
                  <c:v>28.658000000000001</c:v>
                </c:pt>
                <c:pt idx="141">
                  <c:v>26.168099999999999</c:v>
                </c:pt>
                <c:pt idx="142">
                  <c:v>24.326000000000001</c:v>
                </c:pt>
                <c:pt idx="143">
                  <c:v>21.487100000000002</c:v>
                </c:pt>
                <c:pt idx="144">
                  <c:v>20.017700000000001</c:v>
                </c:pt>
                <c:pt idx="145">
                  <c:v>19.261800000000001</c:v>
                </c:pt>
                <c:pt idx="146">
                  <c:v>20.3855</c:v>
                </c:pt>
                <c:pt idx="147">
                  <c:v>21.277000000000001</c:v>
                </c:pt>
                <c:pt idx="148">
                  <c:v>23.807700000000001</c:v>
                </c:pt>
                <c:pt idx="149">
                  <c:v>27.752300000000002</c:v>
                </c:pt>
                <c:pt idx="150">
                  <c:v>29.981300000000001</c:v>
                </c:pt>
                <c:pt idx="151">
                  <c:v>29.679400000000001</c:v>
                </c:pt>
                <c:pt idx="152">
                  <c:v>29.201699999999999</c:v>
                </c:pt>
                <c:pt idx="153">
                  <c:v>26.538699999999999</c:v>
                </c:pt>
                <c:pt idx="154">
                  <c:v>23.528700000000001</c:v>
                </c:pt>
                <c:pt idx="155">
                  <c:v>20.965499999999999</c:v>
                </c:pt>
                <c:pt idx="156">
                  <c:v>18.506499999999999</c:v>
                </c:pt>
                <c:pt idx="157">
                  <c:v>18.386099999999999</c:v>
                </c:pt>
                <c:pt idx="158">
                  <c:v>18.583500000000001</c:v>
                </c:pt>
                <c:pt idx="159">
                  <c:v>21.029299999999999</c:v>
                </c:pt>
                <c:pt idx="160">
                  <c:v>24.202300000000001</c:v>
                </c:pt>
                <c:pt idx="161">
                  <c:v>28.4697</c:v>
                </c:pt>
                <c:pt idx="162">
                  <c:v>29.831299999999999</c:v>
                </c:pt>
                <c:pt idx="163">
                  <c:v>29.950299999999999</c:v>
                </c:pt>
                <c:pt idx="164">
                  <c:v>28.740300000000001</c:v>
                </c:pt>
                <c:pt idx="165">
                  <c:v>27.582599999999999</c:v>
                </c:pt>
                <c:pt idx="166">
                  <c:v>24.990300000000001</c:v>
                </c:pt>
                <c:pt idx="167">
                  <c:v>23.1965</c:v>
                </c:pt>
                <c:pt idx="168">
                  <c:v>20.498999999999999</c:v>
                </c:pt>
                <c:pt idx="169">
                  <c:v>20.285699999999999</c:v>
                </c:pt>
                <c:pt idx="170">
                  <c:v>20.3584</c:v>
                </c:pt>
                <c:pt idx="171">
                  <c:v>22.4773</c:v>
                </c:pt>
                <c:pt idx="172">
                  <c:v>25.24</c:v>
                </c:pt>
                <c:pt idx="173">
                  <c:v>28.340299999999999</c:v>
                </c:pt>
                <c:pt idx="174">
                  <c:v>29.151599999999998</c:v>
                </c:pt>
                <c:pt idx="175">
                  <c:v>30.115500000000001</c:v>
                </c:pt>
                <c:pt idx="176">
                  <c:v>28.950700000000001</c:v>
                </c:pt>
                <c:pt idx="177">
                  <c:v>26.780999999999999</c:v>
                </c:pt>
                <c:pt idx="178">
                  <c:v>24.462</c:v>
                </c:pt>
                <c:pt idx="179">
                  <c:v>21.888999999999999</c:v>
                </c:pt>
                <c:pt idx="180">
                  <c:v>20.1632</c:v>
                </c:pt>
                <c:pt idx="181">
                  <c:v>20.004799999999999</c:v>
                </c:pt>
                <c:pt idx="182">
                  <c:v>21.158100000000001</c:v>
                </c:pt>
                <c:pt idx="183">
                  <c:v>22.375699999999998</c:v>
                </c:pt>
                <c:pt idx="184">
                  <c:v>25.581</c:v>
                </c:pt>
                <c:pt idx="185">
                  <c:v>28.252700000000001</c:v>
                </c:pt>
                <c:pt idx="186">
                  <c:v>29.3477</c:v>
                </c:pt>
                <c:pt idx="187">
                  <c:v>29.259</c:v>
                </c:pt>
                <c:pt idx="188">
                  <c:v>28.8797</c:v>
                </c:pt>
                <c:pt idx="189">
                  <c:v>26.388999999999999</c:v>
                </c:pt>
                <c:pt idx="190">
                  <c:v>24.505299999999998</c:v>
                </c:pt>
                <c:pt idx="191">
                  <c:v>21.651900000000001</c:v>
                </c:pt>
                <c:pt idx="192">
                  <c:v>19.7148</c:v>
                </c:pt>
                <c:pt idx="193">
                  <c:v>19.927099999999999</c:v>
                </c:pt>
                <c:pt idx="194">
                  <c:v>19.823899999999998</c:v>
                </c:pt>
                <c:pt idx="195">
                  <c:v>22.366299999999999</c:v>
                </c:pt>
                <c:pt idx="196">
                  <c:v>25.16</c:v>
                </c:pt>
                <c:pt idx="197">
                  <c:v>27.796299999999999</c:v>
                </c:pt>
                <c:pt idx="198">
                  <c:v>29.745799999999999</c:v>
                </c:pt>
                <c:pt idx="199">
                  <c:v>29.593499999999999</c:v>
                </c:pt>
                <c:pt idx="200">
                  <c:v>28.764299999999999</c:v>
                </c:pt>
                <c:pt idx="201">
                  <c:v>26.409700000000001</c:v>
                </c:pt>
                <c:pt idx="202">
                  <c:v>24.411300000000001</c:v>
                </c:pt>
                <c:pt idx="203">
                  <c:v>22.827400000000001</c:v>
                </c:pt>
                <c:pt idx="204">
                  <c:v>20.328399999999998</c:v>
                </c:pt>
                <c:pt idx="205">
                  <c:v>19.786799999999999</c:v>
                </c:pt>
                <c:pt idx="206">
                  <c:v>20.228100000000001</c:v>
                </c:pt>
                <c:pt idx="207">
                  <c:v>22.9937</c:v>
                </c:pt>
                <c:pt idx="208">
                  <c:v>25.6403</c:v>
                </c:pt>
                <c:pt idx="209">
                  <c:v>27.774999999999999</c:v>
                </c:pt>
                <c:pt idx="210">
                  <c:v>29.220300000000002</c:v>
                </c:pt>
                <c:pt idx="211">
                  <c:v>29.7745</c:v>
                </c:pt>
                <c:pt idx="212">
                  <c:v>28.6647</c:v>
                </c:pt>
                <c:pt idx="213">
                  <c:v>27.0471</c:v>
                </c:pt>
                <c:pt idx="214">
                  <c:v>24.551300000000001</c:v>
                </c:pt>
                <c:pt idx="215">
                  <c:v>21.410299999999999</c:v>
                </c:pt>
                <c:pt idx="216">
                  <c:v>18.649999999999999</c:v>
                </c:pt>
                <c:pt idx="217">
                  <c:v>18.1129</c:v>
                </c:pt>
                <c:pt idx="218">
                  <c:v>19.198699999999999</c:v>
                </c:pt>
                <c:pt idx="219">
                  <c:v>20.471</c:v>
                </c:pt>
                <c:pt idx="220">
                  <c:v>25.268699999999999</c:v>
                </c:pt>
                <c:pt idx="221">
                  <c:v>28.382999999999999</c:v>
                </c:pt>
                <c:pt idx="222">
                  <c:v>28.977699999999999</c:v>
                </c:pt>
                <c:pt idx="223">
                  <c:v>29.767700000000001</c:v>
                </c:pt>
                <c:pt idx="224">
                  <c:v>28.809000000000001</c:v>
                </c:pt>
                <c:pt idx="225">
                  <c:v>26.3568</c:v>
                </c:pt>
                <c:pt idx="226">
                  <c:v>25.215</c:v>
                </c:pt>
                <c:pt idx="227">
                  <c:v>21.389700000000001</c:v>
                </c:pt>
                <c:pt idx="228">
                  <c:v>19.0684</c:v>
                </c:pt>
                <c:pt idx="229">
                  <c:v>18.665900000000001</c:v>
                </c:pt>
                <c:pt idx="230">
                  <c:v>20.479399999999998</c:v>
                </c:pt>
                <c:pt idx="231">
                  <c:v>22.341699999999999</c:v>
                </c:pt>
                <c:pt idx="232">
                  <c:v>24.391300000000001</c:v>
                </c:pt>
                <c:pt idx="233">
                  <c:v>28.374300000000002</c:v>
                </c:pt>
                <c:pt idx="234">
                  <c:v>29.378399999999999</c:v>
                </c:pt>
                <c:pt idx="235">
                  <c:v>29.6068</c:v>
                </c:pt>
                <c:pt idx="236">
                  <c:v>29.108699999999999</c:v>
                </c:pt>
                <c:pt idx="237">
                  <c:v>27.633199999999999</c:v>
                </c:pt>
                <c:pt idx="238">
                  <c:v>25.422699999999999</c:v>
                </c:pt>
                <c:pt idx="239">
                  <c:v>22.507400000000001</c:v>
                </c:pt>
                <c:pt idx="240">
                  <c:v>20.3826</c:v>
                </c:pt>
                <c:pt idx="241">
                  <c:v>20.295400000000001</c:v>
                </c:pt>
                <c:pt idx="242">
                  <c:v>20.115500000000001</c:v>
                </c:pt>
                <c:pt idx="243">
                  <c:v>20.9483</c:v>
                </c:pt>
                <c:pt idx="244">
                  <c:v>24.383900000000001</c:v>
                </c:pt>
                <c:pt idx="245">
                  <c:v>28.491299999999999</c:v>
                </c:pt>
                <c:pt idx="246">
                  <c:v>29.998100000000001</c:v>
                </c:pt>
                <c:pt idx="247">
                  <c:v>30.650600000000001</c:v>
                </c:pt>
                <c:pt idx="248">
                  <c:v>29.785</c:v>
                </c:pt>
                <c:pt idx="249">
                  <c:v>27.557700000000001</c:v>
                </c:pt>
                <c:pt idx="250">
                  <c:v>24.677700000000002</c:v>
                </c:pt>
                <c:pt idx="251">
                  <c:v>21.7639</c:v>
                </c:pt>
                <c:pt idx="252">
                  <c:v>20.132300000000001</c:v>
                </c:pt>
                <c:pt idx="253">
                  <c:v>20.328199999999999</c:v>
                </c:pt>
                <c:pt idx="254">
                  <c:v>21.521599999999999</c:v>
                </c:pt>
                <c:pt idx="255">
                  <c:v>22.795300000000001</c:v>
                </c:pt>
                <c:pt idx="256">
                  <c:v>25.4574</c:v>
                </c:pt>
                <c:pt idx="257">
                  <c:v>28.132300000000001</c:v>
                </c:pt>
                <c:pt idx="258">
                  <c:v>29.3703</c:v>
                </c:pt>
                <c:pt idx="259">
                  <c:v>29.9787</c:v>
                </c:pt>
                <c:pt idx="260">
                  <c:v>29.242000000000001</c:v>
                </c:pt>
                <c:pt idx="261">
                  <c:v>27.4968</c:v>
                </c:pt>
                <c:pt idx="262">
                  <c:v>24.102</c:v>
                </c:pt>
                <c:pt idx="263">
                  <c:v>21.230599999999999</c:v>
                </c:pt>
                <c:pt idx="264">
                  <c:v>20.2913</c:v>
                </c:pt>
                <c:pt idx="265">
                  <c:v>19.6829</c:v>
                </c:pt>
                <c:pt idx="266">
                  <c:v>20.237100000000002</c:v>
                </c:pt>
                <c:pt idx="267">
                  <c:v>21.6157</c:v>
                </c:pt>
                <c:pt idx="268">
                  <c:v>24.732900000000001</c:v>
                </c:pt>
                <c:pt idx="269">
                  <c:v>27.717700000000001</c:v>
                </c:pt>
                <c:pt idx="270">
                  <c:v>28.857399999999998</c:v>
                </c:pt>
                <c:pt idx="271">
                  <c:v>29.95</c:v>
                </c:pt>
                <c:pt idx="272">
                  <c:v>29.395700000000001</c:v>
                </c:pt>
                <c:pt idx="273">
                  <c:v>27.823499999999999</c:v>
                </c:pt>
                <c:pt idx="274">
                  <c:v>24.9497</c:v>
                </c:pt>
                <c:pt idx="275">
                  <c:v>22.837399999999999</c:v>
                </c:pt>
                <c:pt idx="276">
                  <c:v>20.6858</c:v>
                </c:pt>
                <c:pt idx="277">
                  <c:v>20.214099999999998</c:v>
                </c:pt>
                <c:pt idx="278">
                  <c:v>20.03</c:v>
                </c:pt>
                <c:pt idx="279">
                  <c:v>21.856300000000001</c:v>
                </c:pt>
                <c:pt idx="280">
                  <c:v>25.001899999999999</c:v>
                </c:pt>
                <c:pt idx="281">
                  <c:v>28.8233</c:v>
                </c:pt>
                <c:pt idx="282">
                  <c:v>29.304200000000002</c:v>
                </c:pt>
                <c:pt idx="283">
                  <c:v>29.201000000000001</c:v>
                </c:pt>
                <c:pt idx="284">
                  <c:v>27.945699999999999</c:v>
                </c:pt>
                <c:pt idx="285">
                  <c:v>26.252600000000001</c:v>
                </c:pt>
                <c:pt idx="286">
                  <c:v>24.185300000000002</c:v>
                </c:pt>
                <c:pt idx="287">
                  <c:v>21.886800000000001</c:v>
                </c:pt>
                <c:pt idx="288">
                  <c:v>20.460599999999999</c:v>
                </c:pt>
                <c:pt idx="289">
                  <c:v>19.8886</c:v>
                </c:pt>
                <c:pt idx="290">
                  <c:v>20.3903</c:v>
                </c:pt>
                <c:pt idx="291">
                  <c:v>21.276700000000002</c:v>
                </c:pt>
                <c:pt idx="292">
                  <c:v>25.362300000000001</c:v>
                </c:pt>
                <c:pt idx="293">
                  <c:v>28.175699999999999</c:v>
                </c:pt>
                <c:pt idx="294">
                  <c:v>29.449000000000002</c:v>
                </c:pt>
                <c:pt idx="295">
                  <c:v>30.081600000000002</c:v>
                </c:pt>
                <c:pt idx="296">
                  <c:v>29.235700000000001</c:v>
                </c:pt>
                <c:pt idx="297">
                  <c:v>27.734500000000001</c:v>
                </c:pt>
                <c:pt idx="298">
                  <c:v>24.2407</c:v>
                </c:pt>
                <c:pt idx="299">
                  <c:v>21.560300000000002</c:v>
                </c:pt>
                <c:pt idx="300">
                  <c:v>19.654199999999999</c:v>
                </c:pt>
                <c:pt idx="301">
                  <c:v>18.606400000000001</c:v>
                </c:pt>
                <c:pt idx="302">
                  <c:v>17.869</c:v>
                </c:pt>
                <c:pt idx="303">
                  <c:v>20.158000000000001</c:v>
                </c:pt>
                <c:pt idx="304">
                  <c:v>24.9452</c:v>
                </c:pt>
                <c:pt idx="305">
                  <c:v>29.22</c:v>
                </c:pt>
                <c:pt idx="306">
                  <c:v>29.994199999999999</c:v>
                </c:pt>
                <c:pt idx="307">
                  <c:v>30.810600000000001</c:v>
                </c:pt>
                <c:pt idx="308">
                  <c:v>29.679300000000001</c:v>
                </c:pt>
                <c:pt idx="309">
                  <c:v>27.158100000000001</c:v>
                </c:pt>
                <c:pt idx="310">
                  <c:v>24.510300000000001</c:v>
                </c:pt>
                <c:pt idx="311">
                  <c:v>21.403500000000001</c:v>
                </c:pt>
                <c:pt idx="312">
                  <c:v>19.412600000000001</c:v>
                </c:pt>
                <c:pt idx="313">
                  <c:v>18.2011</c:v>
                </c:pt>
                <c:pt idx="314">
                  <c:v>19.716799999999999</c:v>
                </c:pt>
                <c:pt idx="315">
                  <c:v>21.995999999999999</c:v>
                </c:pt>
                <c:pt idx="316">
                  <c:v>24.238700000000001</c:v>
                </c:pt>
                <c:pt idx="317">
                  <c:v>28.187000000000001</c:v>
                </c:pt>
                <c:pt idx="318">
                  <c:v>29.592600000000001</c:v>
                </c:pt>
                <c:pt idx="319">
                  <c:v>30.016500000000001</c:v>
                </c:pt>
                <c:pt idx="320">
                  <c:v>28.995699999999999</c:v>
                </c:pt>
                <c:pt idx="321">
                  <c:v>27.1</c:v>
                </c:pt>
                <c:pt idx="322">
                  <c:v>24.1447</c:v>
                </c:pt>
                <c:pt idx="323">
                  <c:v>22.025500000000001</c:v>
                </c:pt>
                <c:pt idx="324">
                  <c:v>20.669</c:v>
                </c:pt>
                <c:pt idx="325">
                  <c:v>20.075199999999999</c:v>
                </c:pt>
                <c:pt idx="326">
                  <c:v>21.434200000000001</c:v>
                </c:pt>
                <c:pt idx="327">
                  <c:v>23.5623</c:v>
                </c:pt>
                <c:pt idx="328">
                  <c:v>25.8306</c:v>
                </c:pt>
                <c:pt idx="329">
                  <c:v>28.65</c:v>
                </c:pt>
                <c:pt idx="330">
                  <c:v>29.433199999999999</c:v>
                </c:pt>
                <c:pt idx="331">
                  <c:v>29.9755</c:v>
                </c:pt>
                <c:pt idx="332">
                  <c:v>29.031300000000002</c:v>
                </c:pt>
                <c:pt idx="333">
                  <c:v>27.163900000000002</c:v>
                </c:pt>
                <c:pt idx="334">
                  <c:v>24.764299999999999</c:v>
                </c:pt>
                <c:pt idx="335">
                  <c:v>23.120999999999999</c:v>
                </c:pt>
                <c:pt idx="336">
                  <c:v>20.7271</c:v>
                </c:pt>
                <c:pt idx="337">
                  <c:v>20.6357</c:v>
                </c:pt>
                <c:pt idx="338">
                  <c:v>20.151299999999999</c:v>
                </c:pt>
                <c:pt idx="339">
                  <c:v>21.443000000000001</c:v>
                </c:pt>
                <c:pt idx="340">
                  <c:v>23.910599999999999</c:v>
                </c:pt>
                <c:pt idx="341">
                  <c:v>28.5883</c:v>
                </c:pt>
                <c:pt idx="342">
                  <c:v>29.22</c:v>
                </c:pt>
                <c:pt idx="343">
                  <c:v>29.804500000000001</c:v>
                </c:pt>
                <c:pt idx="344">
                  <c:v>29.251000000000001</c:v>
                </c:pt>
                <c:pt idx="345">
                  <c:v>27.583200000000001</c:v>
                </c:pt>
                <c:pt idx="346">
                  <c:v>24.835000000000001</c:v>
                </c:pt>
                <c:pt idx="347">
                  <c:v>22.1313</c:v>
                </c:pt>
                <c:pt idx="348">
                  <c:v>19.861599999999999</c:v>
                </c:pt>
                <c:pt idx="349">
                  <c:v>19.593900000000001</c:v>
                </c:pt>
                <c:pt idx="350">
                  <c:v>19.560300000000002</c:v>
                </c:pt>
                <c:pt idx="351">
                  <c:v>21.143000000000001</c:v>
                </c:pt>
                <c:pt idx="352">
                  <c:v>23.4129</c:v>
                </c:pt>
                <c:pt idx="353">
                  <c:v>27.835699999999999</c:v>
                </c:pt>
                <c:pt idx="354">
                  <c:v>29.594799999999999</c:v>
                </c:pt>
                <c:pt idx="355">
                  <c:v>29.8858</c:v>
                </c:pt>
                <c:pt idx="356">
                  <c:v>29.340299999999999</c:v>
                </c:pt>
                <c:pt idx="357">
                  <c:v>27.508099999999999</c:v>
                </c:pt>
                <c:pt idx="358">
                  <c:v>24.1233</c:v>
                </c:pt>
                <c:pt idx="359">
                  <c:v>22.311599999999999</c:v>
                </c:pt>
                <c:pt idx="360">
                  <c:v>20.660599999999999</c:v>
                </c:pt>
                <c:pt idx="361">
                  <c:v>19.642900000000001</c:v>
                </c:pt>
                <c:pt idx="362">
                  <c:v>20.271599999999999</c:v>
                </c:pt>
                <c:pt idx="363">
                  <c:v>22.68</c:v>
                </c:pt>
                <c:pt idx="364">
                  <c:v>25.410599999999999</c:v>
                </c:pt>
                <c:pt idx="365">
                  <c:v>28.561299999999999</c:v>
                </c:pt>
                <c:pt idx="366">
                  <c:v>30.018699999999999</c:v>
                </c:pt>
                <c:pt idx="367">
                  <c:v>30.140999999999998</c:v>
                </c:pt>
                <c:pt idx="368">
                  <c:v>29.152699999999999</c:v>
                </c:pt>
                <c:pt idx="369">
                  <c:v>27.191600000000001</c:v>
                </c:pt>
                <c:pt idx="370">
                  <c:v>25.261700000000001</c:v>
                </c:pt>
                <c:pt idx="371">
                  <c:v>23.764199999999999</c:v>
                </c:pt>
                <c:pt idx="372">
                  <c:v>21.712299999999999</c:v>
                </c:pt>
                <c:pt idx="373">
                  <c:v>20.1221</c:v>
                </c:pt>
                <c:pt idx="374">
                  <c:v>20.5181</c:v>
                </c:pt>
                <c:pt idx="375">
                  <c:v>22.212</c:v>
                </c:pt>
                <c:pt idx="376">
                  <c:v>25.678999999999998</c:v>
                </c:pt>
                <c:pt idx="377">
                  <c:v>28.987300000000001</c:v>
                </c:pt>
                <c:pt idx="378">
                  <c:v>30.435500000000001</c:v>
                </c:pt>
                <c:pt idx="379">
                  <c:v>30.3032</c:v>
                </c:pt>
                <c:pt idx="380">
                  <c:v>29.970700000000001</c:v>
                </c:pt>
                <c:pt idx="381">
                  <c:v>28.299700000000001</c:v>
                </c:pt>
                <c:pt idx="382">
                  <c:v>26.056699999999999</c:v>
                </c:pt>
                <c:pt idx="383">
                  <c:v>23.6816</c:v>
                </c:pt>
                <c:pt idx="384">
                  <c:v>22.0471</c:v>
                </c:pt>
                <c:pt idx="385">
                  <c:v>20.402100000000001</c:v>
                </c:pt>
                <c:pt idx="386">
                  <c:v>21.5916</c:v>
                </c:pt>
                <c:pt idx="387">
                  <c:v>23.316700000000001</c:v>
                </c:pt>
                <c:pt idx="388">
                  <c:v>25.011900000000001</c:v>
                </c:pt>
                <c:pt idx="389">
                  <c:v>27.536300000000001</c:v>
                </c:pt>
                <c:pt idx="390">
                  <c:v>29.814499999999999</c:v>
                </c:pt>
                <c:pt idx="391">
                  <c:v>29.8352</c:v>
                </c:pt>
                <c:pt idx="392">
                  <c:v>28.392299999999999</c:v>
                </c:pt>
                <c:pt idx="393">
                  <c:v>27.872900000000001</c:v>
                </c:pt>
                <c:pt idx="394">
                  <c:v>25.117999999999999</c:v>
                </c:pt>
                <c:pt idx="395">
                  <c:v>22.957699999999999</c:v>
                </c:pt>
                <c:pt idx="396">
                  <c:v>20.311599999999999</c:v>
                </c:pt>
                <c:pt idx="397">
                  <c:v>20.956800000000001</c:v>
                </c:pt>
                <c:pt idx="398">
                  <c:v>21.701599999999999</c:v>
                </c:pt>
                <c:pt idx="399">
                  <c:v>22.1037</c:v>
                </c:pt>
                <c:pt idx="400">
                  <c:v>25.883199999999999</c:v>
                </c:pt>
                <c:pt idx="401">
                  <c:v>28.82</c:v>
                </c:pt>
                <c:pt idx="402">
                  <c:v>29.433199999999999</c:v>
                </c:pt>
                <c:pt idx="403">
                  <c:v>29.709700000000002</c:v>
                </c:pt>
                <c:pt idx="404">
                  <c:v>29.0397</c:v>
                </c:pt>
                <c:pt idx="405">
                  <c:v>28.458100000000002</c:v>
                </c:pt>
                <c:pt idx="406">
                  <c:v>25.229700000000001</c:v>
                </c:pt>
                <c:pt idx="407">
                  <c:v>21.7532</c:v>
                </c:pt>
                <c:pt idx="408">
                  <c:v>20.075800000000001</c:v>
                </c:pt>
                <c:pt idx="409">
                  <c:v>20.2286</c:v>
                </c:pt>
                <c:pt idx="410">
                  <c:v>20.853899999999999</c:v>
                </c:pt>
                <c:pt idx="411">
                  <c:v>21.627700000000001</c:v>
                </c:pt>
                <c:pt idx="412">
                  <c:v>25</c:v>
                </c:pt>
                <c:pt idx="413">
                  <c:v>28.704999999999998</c:v>
                </c:pt>
                <c:pt idx="414">
                  <c:v>29.424199999999999</c:v>
                </c:pt>
                <c:pt idx="415">
                  <c:v>30.066099999999999</c:v>
                </c:pt>
                <c:pt idx="416">
                  <c:v>29.5063</c:v>
                </c:pt>
                <c:pt idx="417">
                  <c:v>28.242599999999999</c:v>
                </c:pt>
                <c:pt idx="418">
                  <c:v>24.7727</c:v>
                </c:pt>
                <c:pt idx="419">
                  <c:v>22.6326</c:v>
                </c:pt>
                <c:pt idx="420">
                  <c:v>20.989699999999999</c:v>
                </c:pt>
                <c:pt idx="421">
                  <c:v>19.904800000000002</c:v>
                </c:pt>
                <c:pt idx="422">
                  <c:v>21.240300000000001</c:v>
                </c:pt>
                <c:pt idx="423">
                  <c:v>23.602699999999999</c:v>
                </c:pt>
                <c:pt idx="424">
                  <c:v>25.537099999999999</c:v>
                </c:pt>
                <c:pt idx="425">
                  <c:v>27.980699999999999</c:v>
                </c:pt>
                <c:pt idx="426">
                  <c:v>29.2271</c:v>
                </c:pt>
                <c:pt idx="427">
                  <c:v>30.0703</c:v>
                </c:pt>
                <c:pt idx="428">
                  <c:v>29.2957</c:v>
                </c:pt>
                <c:pt idx="429">
                  <c:v>26.923200000000001</c:v>
                </c:pt>
                <c:pt idx="430">
                  <c:v>25.123999999999999</c:v>
                </c:pt>
                <c:pt idx="431">
                  <c:v>22.501300000000001</c:v>
                </c:pt>
                <c:pt idx="432">
                  <c:v>19.626100000000001</c:v>
                </c:pt>
                <c:pt idx="433">
                  <c:v>18.999300000000002</c:v>
                </c:pt>
                <c:pt idx="434">
                  <c:v>20.3126</c:v>
                </c:pt>
                <c:pt idx="435">
                  <c:v>21.9467</c:v>
                </c:pt>
                <c:pt idx="436">
                  <c:v>24.749400000000001</c:v>
                </c:pt>
                <c:pt idx="437">
                  <c:v>28.209299999999999</c:v>
                </c:pt>
                <c:pt idx="438">
                  <c:v>29.5139</c:v>
                </c:pt>
                <c:pt idx="439">
                  <c:v>30.583200000000001</c:v>
                </c:pt>
                <c:pt idx="440">
                  <c:v>29.656700000000001</c:v>
                </c:pt>
                <c:pt idx="441">
                  <c:v>27.627099999999999</c:v>
                </c:pt>
                <c:pt idx="442">
                  <c:v>24.504000000000001</c:v>
                </c:pt>
                <c:pt idx="443">
                  <c:v>23.431899999999999</c:v>
                </c:pt>
                <c:pt idx="444">
                  <c:v>21.443200000000001</c:v>
                </c:pt>
                <c:pt idx="445">
                  <c:v>19.27</c:v>
                </c:pt>
                <c:pt idx="446">
                  <c:v>20.455200000000001</c:v>
                </c:pt>
                <c:pt idx="447">
                  <c:v>22.1297</c:v>
                </c:pt>
                <c:pt idx="448">
                  <c:v>26.322900000000001</c:v>
                </c:pt>
                <c:pt idx="449">
                  <c:v>29.193999999999999</c:v>
                </c:pt>
                <c:pt idx="450">
                  <c:v>30.018999999999998</c:v>
                </c:pt>
                <c:pt idx="451">
                  <c:v>29.882899999999999</c:v>
                </c:pt>
                <c:pt idx="452">
                  <c:v>29.393999999999998</c:v>
                </c:pt>
                <c:pt idx="453">
                  <c:v>27.41</c:v>
                </c:pt>
                <c:pt idx="454">
                  <c:v>24.7973</c:v>
                </c:pt>
                <c:pt idx="455">
                  <c:v>23.078099999999999</c:v>
                </c:pt>
                <c:pt idx="456">
                  <c:v>22.069400000000002</c:v>
                </c:pt>
                <c:pt idx="457">
                  <c:v>21.313199999999998</c:v>
                </c:pt>
                <c:pt idx="458">
                  <c:v>21.995799999999999</c:v>
                </c:pt>
                <c:pt idx="459">
                  <c:v>23.300999999999998</c:v>
                </c:pt>
                <c:pt idx="460">
                  <c:v>25.2042</c:v>
                </c:pt>
                <c:pt idx="461">
                  <c:v>28.78</c:v>
                </c:pt>
                <c:pt idx="462">
                  <c:v>30.142900000000001</c:v>
                </c:pt>
                <c:pt idx="463">
                  <c:v>30.6387</c:v>
                </c:pt>
                <c:pt idx="464">
                  <c:v>30.3353</c:v>
                </c:pt>
                <c:pt idx="465">
                  <c:v>28.185199999999998</c:v>
                </c:pt>
                <c:pt idx="466">
                  <c:v>25.364000000000001</c:v>
                </c:pt>
                <c:pt idx="467">
                  <c:v>22.833200000000001</c:v>
                </c:pt>
                <c:pt idx="468">
                  <c:v>20.609000000000002</c:v>
                </c:pt>
                <c:pt idx="469">
                  <c:v>19.663399999999999</c:v>
                </c:pt>
                <c:pt idx="470">
                  <c:v>20.767399999999999</c:v>
                </c:pt>
                <c:pt idx="471">
                  <c:v>22.119</c:v>
                </c:pt>
                <c:pt idx="472">
                  <c:v>26.024799999999999</c:v>
                </c:pt>
                <c:pt idx="473">
                  <c:v>29.182300000000001</c:v>
                </c:pt>
                <c:pt idx="474">
                  <c:v>30.003499999999999</c:v>
                </c:pt>
                <c:pt idx="475">
                  <c:v>30.933499999999999</c:v>
                </c:pt>
                <c:pt idx="476">
                  <c:v>29.412700000000001</c:v>
                </c:pt>
                <c:pt idx="477">
                  <c:v>27.873200000000001</c:v>
                </c:pt>
                <c:pt idx="478">
                  <c:v>26.577999999999999</c:v>
                </c:pt>
                <c:pt idx="479">
                  <c:v>23.989000000000001</c:v>
                </c:pt>
                <c:pt idx="480">
                  <c:v>21.724499999999999</c:v>
                </c:pt>
                <c:pt idx="481">
                  <c:v>21.37</c:v>
                </c:pt>
                <c:pt idx="482">
                  <c:v>21.064499999999999</c:v>
                </c:pt>
                <c:pt idx="483">
                  <c:v>23.0777</c:v>
                </c:pt>
                <c:pt idx="484">
                  <c:v>25.962599999999998</c:v>
                </c:pt>
                <c:pt idx="485">
                  <c:v>29.135000000000002</c:v>
                </c:pt>
                <c:pt idx="486">
                  <c:v>30.230599999999999</c:v>
                </c:pt>
                <c:pt idx="487">
                  <c:v>30.813199999999998</c:v>
                </c:pt>
                <c:pt idx="488">
                  <c:v>29.9513</c:v>
                </c:pt>
                <c:pt idx="489">
                  <c:v>28.3535</c:v>
                </c:pt>
                <c:pt idx="490">
                  <c:v>25.42</c:v>
                </c:pt>
              </c:numCache>
            </c:numRef>
          </c:yVal>
          <c:smooth val="1"/>
        </c:ser>
        <c:ser>
          <c:idx val="2"/>
          <c:order val="2"/>
          <c:tx>
            <c:v>West FGB</c:v>
          </c:tx>
          <c:spPr>
            <a:ln w="9525">
              <a:solidFill>
                <a:srgbClr val="3779AC"/>
              </a:solidFill>
              <a:prstDash val="solid"/>
            </a:ln>
          </c:spPr>
          <c:marker>
            <c:symbol val="none"/>
          </c:marker>
          <c:xVal>
            <c:numRef>
              <c:f>'Chart Data'!$E$2:$E$492</c:f>
              <c:numCache>
                <c:formatCode>General</c:formatCode>
                <c:ptCount val="491"/>
                <c:pt idx="0">
                  <c:v>1985</c:v>
                </c:pt>
                <c:pt idx="1">
                  <c:v>1985.083333</c:v>
                </c:pt>
                <c:pt idx="2">
                  <c:v>1985.166667</c:v>
                </c:pt>
                <c:pt idx="3">
                  <c:v>1985.25</c:v>
                </c:pt>
                <c:pt idx="4">
                  <c:v>1985.333333</c:v>
                </c:pt>
                <c:pt idx="5">
                  <c:v>1985.416667</c:v>
                </c:pt>
                <c:pt idx="6">
                  <c:v>1985.5</c:v>
                </c:pt>
                <c:pt idx="7">
                  <c:v>1985.583333</c:v>
                </c:pt>
                <c:pt idx="8">
                  <c:v>1985.666667</c:v>
                </c:pt>
                <c:pt idx="9">
                  <c:v>1985.75</c:v>
                </c:pt>
                <c:pt idx="10">
                  <c:v>1985.833333</c:v>
                </c:pt>
                <c:pt idx="11">
                  <c:v>1985.916667</c:v>
                </c:pt>
                <c:pt idx="12">
                  <c:v>1986</c:v>
                </c:pt>
                <c:pt idx="13">
                  <c:v>1986.083333</c:v>
                </c:pt>
                <c:pt idx="14">
                  <c:v>1986.166667</c:v>
                </c:pt>
                <c:pt idx="15">
                  <c:v>1986.25</c:v>
                </c:pt>
                <c:pt idx="16">
                  <c:v>1986.333333</c:v>
                </c:pt>
                <c:pt idx="17">
                  <c:v>1986.416667</c:v>
                </c:pt>
                <c:pt idx="18">
                  <c:v>1986.5</c:v>
                </c:pt>
                <c:pt idx="19">
                  <c:v>1986.583333</c:v>
                </c:pt>
                <c:pt idx="20">
                  <c:v>1986.666667</c:v>
                </c:pt>
                <c:pt idx="21">
                  <c:v>1986.75</c:v>
                </c:pt>
                <c:pt idx="22">
                  <c:v>1986.833333</c:v>
                </c:pt>
                <c:pt idx="23">
                  <c:v>1986.916667</c:v>
                </c:pt>
                <c:pt idx="24">
                  <c:v>1987</c:v>
                </c:pt>
                <c:pt idx="25">
                  <c:v>1987.083333</c:v>
                </c:pt>
                <c:pt idx="26">
                  <c:v>1987.166667</c:v>
                </c:pt>
                <c:pt idx="27">
                  <c:v>1987.25</c:v>
                </c:pt>
                <c:pt idx="28">
                  <c:v>1987.333333</c:v>
                </c:pt>
                <c:pt idx="29">
                  <c:v>1987.416667</c:v>
                </c:pt>
                <c:pt idx="30">
                  <c:v>1987.5</c:v>
                </c:pt>
                <c:pt idx="31">
                  <c:v>1987.583333</c:v>
                </c:pt>
                <c:pt idx="32">
                  <c:v>1987.666667</c:v>
                </c:pt>
                <c:pt idx="33">
                  <c:v>1987.75</c:v>
                </c:pt>
                <c:pt idx="34">
                  <c:v>1987.833333</c:v>
                </c:pt>
                <c:pt idx="35">
                  <c:v>1987.916667</c:v>
                </c:pt>
                <c:pt idx="36">
                  <c:v>1988</c:v>
                </c:pt>
                <c:pt idx="37">
                  <c:v>1988.083333</c:v>
                </c:pt>
                <c:pt idx="38">
                  <c:v>1988.166667</c:v>
                </c:pt>
                <c:pt idx="39">
                  <c:v>1988.25</c:v>
                </c:pt>
                <c:pt idx="40">
                  <c:v>1988.333333</c:v>
                </c:pt>
                <c:pt idx="41">
                  <c:v>1988.416667</c:v>
                </c:pt>
                <c:pt idx="42">
                  <c:v>1988.5</c:v>
                </c:pt>
                <c:pt idx="43">
                  <c:v>1988.583333</c:v>
                </c:pt>
                <c:pt idx="44">
                  <c:v>1988.666667</c:v>
                </c:pt>
                <c:pt idx="45">
                  <c:v>1988.75</c:v>
                </c:pt>
                <c:pt idx="46">
                  <c:v>1988.833333</c:v>
                </c:pt>
                <c:pt idx="47">
                  <c:v>1988.916667</c:v>
                </c:pt>
                <c:pt idx="48">
                  <c:v>1989</c:v>
                </c:pt>
                <c:pt idx="49">
                  <c:v>1989.083333</c:v>
                </c:pt>
                <c:pt idx="50">
                  <c:v>1989.166667</c:v>
                </c:pt>
                <c:pt idx="51">
                  <c:v>1989.25</c:v>
                </c:pt>
                <c:pt idx="52">
                  <c:v>1989.333333</c:v>
                </c:pt>
                <c:pt idx="53">
                  <c:v>1989.416667</c:v>
                </c:pt>
                <c:pt idx="54">
                  <c:v>1989.5</c:v>
                </c:pt>
                <c:pt idx="55">
                  <c:v>1989.583333</c:v>
                </c:pt>
                <c:pt idx="56">
                  <c:v>1989.666667</c:v>
                </c:pt>
                <c:pt idx="57">
                  <c:v>1989.75</c:v>
                </c:pt>
                <c:pt idx="58">
                  <c:v>1989.833333</c:v>
                </c:pt>
                <c:pt idx="59">
                  <c:v>1989.916667</c:v>
                </c:pt>
                <c:pt idx="60">
                  <c:v>1990</c:v>
                </c:pt>
                <c:pt idx="61">
                  <c:v>1990.083333</c:v>
                </c:pt>
                <c:pt idx="62">
                  <c:v>1990.166667</c:v>
                </c:pt>
                <c:pt idx="63">
                  <c:v>1990.25</c:v>
                </c:pt>
                <c:pt idx="64">
                  <c:v>1990.333333</c:v>
                </c:pt>
                <c:pt idx="65">
                  <c:v>1990.416667</c:v>
                </c:pt>
                <c:pt idx="66">
                  <c:v>1990.5</c:v>
                </c:pt>
                <c:pt idx="67">
                  <c:v>1990.583333</c:v>
                </c:pt>
                <c:pt idx="68">
                  <c:v>1990.666667</c:v>
                </c:pt>
                <c:pt idx="69">
                  <c:v>1990.75</c:v>
                </c:pt>
                <c:pt idx="70">
                  <c:v>1990.833333</c:v>
                </c:pt>
                <c:pt idx="71">
                  <c:v>1990.916667</c:v>
                </c:pt>
                <c:pt idx="72">
                  <c:v>1991</c:v>
                </c:pt>
                <c:pt idx="73">
                  <c:v>1991.083333</c:v>
                </c:pt>
                <c:pt idx="74">
                  <c:v>1991.166667</c:v>
                </c:pt>
                <c:pt idx="75">
                  <c:v>1991.25</c:v>
                </c:pt>
                <c:pt idx="76">
                  <c:v>1991.333333</c:v>
                </c:pt>
                <c:pt idx="77">
                  <c:v>1991.416667</c:v>
                </c:pt>
                <c:pt idx="78">
                  <c:v>1991.5</c:v>
                </c:pt>
                <c:pt idx="79">
                  <c:v>1991.583333</c:v>
                </c:pt>
                <c:pt idx="80">
                  <c:v>1991.666667</c:v>
                </c:pt>
                <c:pt idx="81">
                  <c:v>1991.75</c:v>
                </c:pt>
                <c:pt idx="82">
                  <c:v>1991.833333</c:v>
                </c:pt>
                <c:pt idx="83">
                  <c:v>1991.916667</c:v>
                </c:pt>
                <c:pt idx="84">
                  <c:v>1992</c:v>
                </c:pt>
                <c:pt idx="85">
                  <c:v>1992.083333</c:v>
                </c:pt>
                <c:pt idx="86">
                  <c:v>1992.166667</c:v>
                </c:pt>
                <c:pt idx="87">
                  <c:v>1992.25</c:v>
                </c:pt>
                <c:pt idx="88">
                  <c:v>1992.333333</c:v>
                </c:pt>
                <c:pt idx="89">
                  <c:v>1992.416667</c:v>
                </c:pt>
                <c:pt idx="90">
                  <c:v>1992.5</c:v>
                </c:pt>
                <c:pt idx="91">
                  <c:v>1992.583333</c:v>
                </c:pt>
                <c:pt idx="92">
                  <c:v>1992.666667</c:v>
                </c:pt>
                <c:pt idx="93">
                  <c:v>1992.75</c:v>
                </c:pt>
                <c:pt idx="94">
                  <c:v>1992.833333</c:v>
                </c:pt>
                <c:pt idx="95">
                  <c:v>1992.916667</c:v>
                </c:pt>
                <c:pt idx="96">
                  <c:v>1993</c:v>
                </c:pt>
                <c:pt idx="97">
                  <c:v>1993.083333</c:v>
                </c:pt>
                <c:pt idx="98">
                  <c:v>1993.166667</c:v>
                </c:pt>
                <c:pt idx="99">
                  <c:v>1993.25</c:v>
                </c:pt>
                <c:pt idx="100">
                  <c:v>1993.333333</c:v>
                </c:pt>
                <c:pt idx="101">
                  <c:v>1993.416667</c:v>
                </c:pt>
                <c:pt idx="102">
                  <c:v>1993.5</c:v>
                </c:pt>
                <c:pt idx="103">
                  <c:v>1993.583333</c:v>
                </c:pt>
                <c:pt idx="104">
                  <c:v>1993.666667</c:v>
                </c:pt>
                <c:pt idx="105">
                  <c:v>1993.75</c:v>
                </c:pt>
                <c:pt idx="106">
                  <c:v>1993.833333</c:v>
                </c:pt>
                <c:pt idx="107">
                  <c:v>1993.916667</c:v>
                </c:pt>
                <c:pt idx="108">
                  <c:v>1994</c:v>
                </c:pt>
                <c:pt idx="109">
                  <c:v>1994.083333</c:v>
                </c:pt>
                <c:pt idx="110">
                  <c:v>1994.166667</c:v>
                </c:pt>
                <c:pt idx="111">
                  <c:v>1994.25</c:v>
                </c:pt>
                <c:pt idx="112">
                  <c:v>1994.333333</c:v>
                </c:pt>
                <c:pt idx="113">
                  <c:v>1994.416667</c:v>
                </c:pt>
                <c:pt idx="114">
                  <c:v>1994.5</c:v>
                </c:pt>
                <c:pt idx="115">
                  <c:v>1994.583333</c:v>
                </c:pt>
                <c:pt idx="116">
                  <c:v>1994.666667</c:v>
                </c:pt>
                <c:pt idx="117">
                  <c:v>1994.75</c:v>
                </c:pt>
                <c:pt idx="118">
                  <c:v>1994.833333</c:v>
                </c:pt>
                <c:pt idx="119">
                  <c:v>1994.916667</c:v>
                </c:pt>
                <c:pt idx="120">
                  <c:v>1995</c:v>
                </c:pt>
                <c:pt idx="121">
                  <c:v>1995.083333</c:v>
                </c:pt>
                <c:pt idx="122">
                  <c:v>1995.166667</c:v>
                </c:pt>
                <c:pt idx="123">
                  <c:v>1995.25</c:v>
                </c:pt>
                <c:pt idx="124">
                  <c:v>1995.333333</c:v>
                </c:pt>
                <c:pt idx="125">
                  <c:v>1995.416667</c:v>
                </c:pt>
                <c:pt idx="126">
                  <c:v>1995.5</c:v>
                </c:pt>
                <c:pt idx="127">
                  <c:v>1995.583333</c:v>
                </c:pt>
                <c:pt idx="128">
                  <c:v>1995.666667</c:v>
                </c:pt>
                <c:pt idx="129">
                  <c:v>1995.75</c:v>
                </c:pt>
                <c:pt idx="130">
                  <c:v>1995.833333</c:v>
                </c:pt>
                <c:pt idx="131">
                  <c:v>1995.916667</c:v>
                </c:pt>
                <c:pt idx="132">
                  <c:v>1996</c:v>
                </c:pt>
                <c:pt idx="133">
                  <c:v>1996.083333</c:v>
                </c:pt>
                <c:pt idx="134">
                  <c:v>1996.166667</c:v>
                </c:pt>
                <c:pt idx="135">
                  <c:v>1996.25</c:v>
                </c:pt>
                <c:pt idx="136">
                  <c:v>1996.333333</c:v>
                </c:pt>
                <c:pt idx="137">
                  <c:v>1996.416667</c:v>
                </c:pt>
                <c:pt idx="138">
                  <c:v>1996.5</c:v>
                </c:pt>
                <c:pt idx="139">
                  <c:v>1996.583333</c:v>
                </c:pt>
                <c:pt idx="140">
                  <c:v>1996.666667</c:v>
                </c:pt>
                <c:pt idx="141">
                  <c:v>1996.75</c:v>
                </c:pt>
                <c:pt idx="142">
                  <c:v>1996.833333</c:v>
                </c:pt>
                <c:pt idx="143">
                  <c:v>1996.916667</c:v>
                </c:pt>
                <c:pt idx="144">
                  <c:v>1997</c:v>
                </c:pt>
                <c:pt idx="145">
                  <c:v>1997.083333</c:v>
                </c:pt>
                <c:pt idx="146">
                  <c:v>1997.166667</c:v>
                </c:pt>
                <c:pt idx="147">
                  <c:v>1997.25</c:v>
                </c:pt>
                <c:pt idx="148">
                  <c:v>1997.333333</c:v>
                </c:pt>
                <c:pt idx="149">
                  <c:v>1997.416667</c:v>
                </c:pt>
                <c:pt idx="150">
                  <c:v>1997.5</c:v>
                </c:pt>
                <c:pt idx="151">
                  <c:v>1997.583333</c:v>
                </c:pt>
                <c:pt idx="152">
                  <c:v>1997.666667</c:v>
                </c:pt>
                <c:pt idx="153">
                  <c:v>1997.75</c:v>
                </c:pt>
                <c:pt idx="154">
                  <c:v>1997.833333</c:v>
                </c:pt>
                <c:pt idx="155">
                  <c:v>1997.916667</c:v>
                </c:pt>
                <c:pt idx="156">
                  <c:v>1998</c:v>
                </c:pt>
                <c:pt idx="157">
                  <c:v>1998.083333</c:v>
                </c:pt>
                <c:pt idx="158">
                  <c:v>1998.166667</c:v>
                </c:pt>
                <c:pt idx="159">
                  <c:v>1998.25</c:v>
                </c:pt>
                <c:pt idx="160">
                  <c:v>1998.333333</c:v>
                </c:pt>
                <c:pt idx="161">
                  <c:v>1998.416667</c:v>
                </c:pt>
                <c:pt idx="162">
                  <c:v>1998.5</c:v>
                </c:pt>
                <c:pt idx="163">
                  <c:v>1998.583333</c:v>
                </c:pt>
                <c:pt idx="164">
                  <c:v>1998.666667</c:v>
                </c:pt>
                <c:pt idx="165">
                  <c:v>1998.75</c:v>
                </c:pt>
                <c:pt idx="166">
                  <c:v>1998.833333</c:v>
                </c:pt>
                <c:pt idx="167">
                  <c:v>1998.916667</c:v>
                </c:pt>
                <c:pt idx="168">
                  <c:v>1999</c:v>
                </c:pt>
                <c:pt idx="169">
                  <c:v>1999.083333</c:v>
                </c:pt>
                <c:pt idx="170">
                  <c:v>1999.166667</c:v>
                </c:pt>
                <c:pt idx="171">
                  <c:v>1999.25</c:v>
                </c:pt>
                <c:pt idx="172">
                  <c:v>1999.333333</c:v>
                </c:pt>
                <c:pt idx="173">
                  <c:v>1999.416667</c:v>
                </c:pt>
                <c:pt idx="174">
                  <c:v>1999.5</c:v>
                </c:pt>
                <c:pt idx="175">
                  <c:v>1999.583333</c:v>
                </c:pt>
                <c:pt idx="176">
                  <c:v>1999.666667</c:v>
                </c:pt>
                <c:pt idx="177">
                  <c:v>1999.75</c:v>
                </c:pt>
                <c:pt idx="178">
                  <c:v>1999.833333</c:v>
                </c:pt>
                <c:pt idx="179">
                  <c:v>1999.916667</c:v>
                </c:pt>
                <c:pt idx="180">
                  <c:v>2000</c:v>
                </c:pt>
                <c:pt idx="181">
                  <c:v>2000.083333</c:v>
                </c:pt>
                <c:pt idx="182">
                  <c:v>2000.166667</c:v>
                </c:pt>
                <c:pt idx="183">
                  <c:v>2000.25</c:v>
                </c:pt>
                <c:pt idx="184">
                  <c:v>2000.333333</c:v>
                </c:pt>
                <c:pt idx="185">
                  <c:v>2000.416667</c:v>
                </c:pt>
                <c:pt idx="186">
                  <c:v>2000.5</c:v>
                </c:pt>
                <c:pt idx="187">
                  <c:v>2000.583333</c:v>
                </c:pt>
                <c:pt idx="188">
                  <c:v>2000.666667</c:v>
                </c:pt>
                <c:pt idx="189">
                  <c:v>2000.75</c:v>
                </c:pt>
                <c:pt idx="190">
                  <c:v>2000.833333</c:v>
                </c:pt>
                <c:pt idx="191">
                  <c:v>2000.916667</c:v>
                </c:pt>
                <c:pt idx="192">
                  <c:v>2001</c:v>
                </c:pt>
                <c:pt idx="193">
                  <c:v>2001.083333</c:v>
                </c:pt>
                <c:pt idx="194">
                  <c:v>2001.166667</c:v>
                </c:pt>
                <c:pt idx="195">
                  <c:v>2001.25</c:v>
                </c:pt>
                <c:pt idx="196">
                  <c:v>2001.333333</c:v>
                </c:pt>
                <c:pt idx="197">
                  <c:v>2001.416667</c:v>
                </c:pt>
                <c:pt idx="198">
                  <c:v>2001.5</c:v>
                </c:pt>
                <c:pt idx="199">
                  <c:v>2001.583333</c:v>
                </c:pt>
                <c:pt idx="200">
                  <c:v>2001.666667</c:v>
                </c:pt>
                <c:pt idx="201">
                  <c:v>2001.75</c:v>
                </c:pt>
                <c:pt idx="202">
                  <c:v>2001.833333</c:v>
                </c:pt>
                <c:pt idx="203">
                  <c:v>2001.916667</c:v>
                </c:pt>
                <c:pt idx="204">
                  <c:v>2002</c:v>
                </c:pt>
                <c:pt idx="205">
                  <c:v>2002.083333</c:v>
                </c:pt>
                <c:pt idx="206">
                  <c:v>2002.166667</c:v>
                </c:pt>
                <c:pt idx="207">
                  <c:v>2002.25</c:v>
                </c:pt>
                <c:pt idx="208">
                  <c:v>2002.333333</c:v>
                </c:pt>
                <c:pt idx="209">
                  <c:v>2002.416667</c:v>
                </c:pt>
                <c:pt idx="210">
                  <c:v>2002.5</c:v>
                </c:pt>
                <c:pt idx="211">
                  <c:v>2002.583333</c:v>
                </c:pt>
                <c:pt idx="212">
                  <c:v>2002.666667</c:v>
                </c:pt>
                <c:pt idx="213">
                  <c:v>2002.75</c:v>
                </c:pt>
                <c:pt idx="214">
                  <c:v>2002.833333</c:v>
                </c:pt>
                <c:pt idx="215">
                  <c:v>2002.916667</c:v>
                </c:pt>
                <c:pt idx="216">
                  <c:v>2003</c:v>
                </c:pt>
                <c:pt idx="217">
                  <c:v>2003.083333</c:v>
                </c:pt>
                <c:pt idx="218">
                  <c:v>2003.166667</c:v>
                </c:pt>
                <c:pt idx="219">
                  <c:v>2003.25</c:v>
                </c:pt>
                <c:pt idx="220">
                  <c:v>2003.333333</c:v>
                </c:pt>
                <c:pt idx="221">
                  <c:v>2003.416667</c:v>
                </c:pt>
                <c:pt idx="222">
                  <c:v>2003.5</c:v>
                </c:pt>
                <c:pt idx="223">
                  <c:v>2003.583333</c:v>
                </c:pt>
                <c:pt idx="224">
                  <c:v>2003.666667</c:v>
                </c:pt>
                <c:pt idx="225">
                  <c:v>2003.75</c:v>
                </c:pt>
                <c:pt idx="226">
                  <c:v>2003.833333</c:v>
                </c:pt>
                <c:pt idx="227">
                  <c:v>2003.916667</c:v>
                </c:pt>
                <c:pt idx="228">
                  <c:v>2004</c:v>
                </c:pt>
                <c:pt idx="229">
                  <c:v>2004.083333</c:v>
                </c:pt>
                <c:pt idx="230">
                  <c:v>2004.166667</c:v>
                </c:pt>
                <c:pt idx="231">
                  <c:v>2004.25</c:v>
                </c:pt>
                <c:pt idx="232">
                  <c:v>2004.333333</c:v>
                </c:pt>
                <c:pt idx="233">
                  <c:v>2004.416667</c:v>
                </c:pt>
                <c:pt idx="234">
                  <c:v>2004.5</c:v>
                </c:pt>
                <c:pt idx="235">
                  <c:v>2004.583333</c:v>
                </c:pt>
                <c:pt idx="236">
                  <c:v>2004.666667</c:v>
                </c:pt>
                <c:pt idx="237">
                  <c:v>2004.75</c:v>
                </c:pt>
                <c:pt idx="238">
                  <c:v>2004.833333</c:v>
                </c:pt>
                <c:pt idx="239">
                  <c:v>2004.916667</c:v>
                </c:pt>
                <c:pt idx="240">
                  <c:v>2005</c:v>
                </c:pt>
                <c:pt idx="241">
                  <c:v>2005.083333</c:v>
                </c:pt>
                <c:pt idx="242">
                  <c:v>2005.166667</c:v>
                </c:pt>
                <c:pt idx="243">
                  <c:v>2005.25</c:v>
                </c:pt>
                <c:pt idx="244">
                  <c:v>2005.333333</c:v>
                </c:pt>
                <c:pt idx="245">
                  <c:v>2005.416667</c:v>
                </c:pt>
                <c:pt idx="246">
                  <c:v>2005.5</c:v>
                </c:pt>
                <c:pt idx="247">
                  <c:v>2005.583333</c:v>
                </c:pt>
                <c:pt idx="248">
                  <c:v>2005.666667</c:v>
                </c:pt>
                <c:pt idx="249">
                  <c:v>2005.75</c:v>
                </c:pt>
                <c:pt idx="250">
                  <c:v>2005.833333</c:v>
                </c:pt>
                <c:pt idx="251">
                  <c:v>2005.916667</c:v>
                </c:pt>
                <c:pt idx="252">
                  <c:v>2006</c:v>
                </c:pt>
                <c:pt idx="253">
                  <c:v>2006.083333</c:v>
                </c:pt>
                <c:pt idx="254">
                  <c:v>2006.166667</c:v>
                </c:pt>
                <c:pt idx="255">
                  <c:v>2006.25</c:v>
                </c:pt>
                <c:pt idx="256">
                  <c:v>2006.333333</c:v>
                </c:pt>
                <c:pt idx="257">
                  <c:v>2006.416667</c:v>
                </c:pt>
                <c:pt idx="258">
                  <c:v>2006.5</c:v>
                </c:pt>
                <c:pt idx="259">
                  <c:v>2006.583333</c:v>
                </c:pt>
                <c:pt idx="260">
                  <c:v>2006.666667</c:v>
                </c:pt>
                <c:pt idx="261">
                  <c:v>2006.75</c:v>
                </c:pt>
                <c:pt idx="262">
                  <c:v>2006.833333</c:v>
                </c:pt>
                <c:pt idx="263">
                  <c:v>2006.916667</c:v>
                </c:pt>
                <c:pt idx="264">
                  <c:v>2007</c:v>
                </c:pt>
                <c:pt idx="265">
                  <c:v>2007.083333</c:v>
                </c:pt>
                <c:pt idx="266">
                  <c:v>2007.166667</c:v>
                </c:pt>
                <c:pt idx="267">
                  <c:v>2007.25</c:v>
                </c:pt>
                <c:pt idx="268">
                  <c:v>2007.333333</c:v>
                </c:pt>
                <c:pt idx="269">
                  <c:v>2007.416667</c:v>
                </c:pt>
                <c:pt idx="270">
                  <c:v>2007.5</c:v>
                </c:pt>
                <c:pt idx="271">
                  <c:v>2007.583333</c:v>
                </c:pt>
                <c:pt idx="272">
                  <c:v>2007.666667</c:v>
                </c:pt>
                <c:pt idx="273">
                  <c:v>2007.75</c:v>
                </c:pt>
                <c:pt idx="274">
                  <c:v>2007.833333</c:v>
                </c:pt>
                <c:pt idx="275">
                  <c:v>2007.916667</c:v>
                </c:pt>
                <c:pt idx="276">
                  <c:v>2008</c:v>
                </c:pt>
                <c:pt idx="277">
                  <c:v>2008.083333</c:v>
                </c:pt>
                <c:pt idx="278">
                  <c:v>2008.166667</c:v>
                </c:pt>
                <c:pt idx="279">
                  <c:v>2008.25</c:v>
                </c:pt>
                <c:pt idx="280">
                  <c:v>2008.333333</c:v>
                </c:pt>
                <c:pt idx="281">
                  <c:v>2008.416667</c:v>
                </c:pt>
                <c:pt idx="282">
                  <c:v>2008.5</c:v>
                </c:pt>
                <c:pt idx="283">
                  <c:v>2008.583333</c:v>
                </c:pt>
                <c:pt idx="284">
                  <c:v>2008.666667</c:v>
                </c:pt>
                <c:pt idx="285">
                  <c:v>2008.75</c:v>
                </c:pt>
                <c:pt idx="286">
                  <c:v>2008.833333</c:v>
                </c:pt>
                <c:pt idx="287">
                  <c:v>2008.916667</c:v>
                </c:pt>
                <c:pt idx="288">
                  <c:v>2009</c:v>
                </c:pt>
                <c:pt idx="289">
                  <c:v>2009.083333</c:v>
                </c:pt>
                <c:pt idx="290">
                  <c:v>2009.166667</c:v>
                </c:pt>
                <c:pt idx="291">
                  <c:v>2009.25</c:v>
                </c:pt>
                <c:pt idx="292">
                  <c:v>2009.333333</c:v>
                </c:pt>
                <c:pt idx="293">
                  <c:v>2009.416667</c:v>
                </c:pt>
                <c:pt idx="294">
                  <c:v>2009.5</c:v>
                </c:pt>
                <c:pt idx="295">
                  <c:v>2009.583333</c:v>
                </c:pt>
                <c:pt idx="296">
                  <c:v>2009.666667</c:v>
                </c:pt>
                <c:pt idx="297">
                  <c:v>2009.75</c:v>
                </c:pt>
                <c:pt idx="298">
                  <c:v>2009.833333</c:v>
                </c:pt>
                <c:pt idx="299">
                  <c:v>2009.916667</c:v>
                </c:pt>
                <c:pt idx="300">
                  <c:v>2010</c:v>
                </c:pt>
                <c:pt idx="301">
                  <c:v>2010.083333</c:v>
                </c:pt>
                <c:pt idx="302">
                  <c:v>2010.166667</c:v>
                </c:pt>
                <c:pt idx="303">
                  <c:v>2010.25</c:v>
                </c:pt>
                <c:pt idx="304">
                  <c:v>2010.333333</c:v>
                </c:pt>
                <c:pt idx="305">
                  <c:v>2010.416667</c:v>
                </c:pt>
                <c:pt idx="306">
                  <c:v>2010.5</c:v>
                </c:pt>
                <c:pt idx="307">
                  <c:v>2010.583333</c:v>
                </c:pt>
                <c:pt idx="308">
                  <c:v>2010.666667</c:v>
                </c:pt>
                <c:pt idx="309">
                  <c:v>2010.75</c:v>
                </c:pt>
                <c:pt idx="310">
                  <c:v>2010.833333</c:v>
                </c:pt>
                <c:pt idx="311">
                  <c:v>2010.916667</c:v>
                </c:pt>
                <c:pt idx="312">
                  <c:v>2011</c:v>
                </c:pt>
                <c:pt idx="313">
                  <c:v>2011.083333</c:v>
                </c:pt>
                <c:pt idx="314">
                  <c:v>2011.166667</c:v>
                </c:pt>
                <c:pt idx="315">
                  <c:v>2011.25</c:v>
                </c:pt>
                <c:pt idx="316">
                  <c:v>2011.333333</c:v>
                </c:pt>
                <c:pt idx="317">
                  <c:v>2011.416667</c:v>
                </c:pt>
                <c:pt idx="318">
                  <c:v>2011.5</c:v>
                </c:pt>
                <c:pt idx="319">
                  <c:v>2011.583333</c:v>
                </c:pt>
                <c:pt idx="320">
                  <c:v>2011.666667</c:v>
                </c:pt>
                <c:pt idx="321">
                  <c:v>2011.75</c:v>
                </c:pt>
                <c:pt idx="322">
                  <c:v>2011.833333</c:v>
                </c:pt>
                <c:pt idx="323">
                  <c:v>2011.916667</c:v>
                </c:pt>
                <c:pt idx="324">
                  <c:v>2012</c:v>
                </c:pt>
                <c:pt idx="325">
                  <c:v>2012.083333</c:v>
                </c:pt>
                <c:pt idx="326">
                  <c:v>2012.166667</c:v>
                </c:pt>
                <c:pt idx="327">
                  <c:v>2012.25</c:v>
                </c:pt>
                <c:pt idx="328">
                  <c:v>2012.333333</c:v>
                </c:pt>
                <c:pt idx="329">
                  <c:v>2012.416667</c:v>
                </c:pt>
                <c:pt idx="330">
                  <c:v>2012.5</c:v>
                </c:pt>
                <c:pt idx="331">
                  <c:v>2012.583333</c:v>
                </c:pt>
                <c:pt idx="332">
                  <c:v>2012.666667</c:v>
                </c:pt>
                <c:pt idx="333">
                  <c:v>2012.75</c:v>
                </c:pt>
                <c:pt idx="334">
                  <c:v>2012.833333</c:v>
                </c:pt>
                <c:pt idx="335">
                  <c:v>2012.916667</c:v>
                </c:pt>
                <c:pt idx="336">
                  <c:v>2013</c:v>
                </c:pt>
                <c:pt idx="337">
                  <c:v>2013.083333</c:v>
                </c:pt>
                <c:pt idx="338">
                  <c:v>2013.166667</c:v>
                </c:pt>
                <c:pt idx="339">
                  <c:v>2013.25</c:v>
                </c:pt>
                <c:pt idx="340">
                  <c:v>2013.333333</c:v>
                </c:pt>
                <c:pt idx="341">
                  <c:v>2013.416667</c:v>
                </c:pt>
                <c:pt idx="342">
                  <c:v>2013.5</c:v>
                </c:pt>
                <c:pt idx="343">
                  <c:v>2013.583333</c:v>
                </c:pt>
                <c:pt idx="344">
                  <c:v>2013.666667</c:v>
                </c:pt>
                <c:pt idx="345">
                  <c:v>2013.75</c:v>
                </c:pt>
                <c:pt idx="346">
                  <c:v>2013.833333</c:v>
                </c:pt>
                <c:pt idx="347">
                  <c:v>2013.916667</c:v>
                </c:pt>
                <c:pt idx="348">
                  <c:v>2014</c:v>
                </c:pt>
                <c:pt idx="349">
                  <c:v>2014.083333</c:v>
                </c:pt>
                <c:pt idx="350">
                  <c:v>2014.166667</c:v>
                </c:pt>
                <c:pt idx="351">
                  <c:v>2014.25</c:v>
                </c:pt>
                <c:pt idx="352">
                  <c:v>2014.333333</c:v>
                </c:pt>
                <c:pt idx="353">
                  <c:v>2014.416667</c:v>
                </c:pt>
                <c:pt idx="354">
                  <c:v>2014.5</c:v>
                </c:pt>
                <c:pt idx="355">
                  <c:v>2014.583333</c:v>
                </c:pt>
                <c:pt idx="356">
                  <c:v>2014.666667</c:v>
                </c:pt>
                <c:pt idx="357">
                  <c:v>2014.75</c:v>
                </c:pt>
                <c:pt idx="358">
                  <c:v>2014.833333</c:v>
                </c:pt>
                <c:pt idx="359">
                  <c:v>2014.916667</c:v>
                </c:pt>
                <c:pt idx="360">
                  <c:v>2015</c:v>
                </c:pt>
                <c:pt idx="361">
                  <c:v>2015.083333</c:v>
                </c:pt>
                <c:pt idx="362">
                  <c:v>2015.166667</c:v>
                </c:pt>
                <c:pt idx="363">
                  <c:v>2015.25</c:v>
                </c:pt>
                <c:pt idx="364">
                  <c:v>2015.333333</c:v>
                </c:pt>
                <c:pt idx="365">
                  <c:v>2015.416667</c:v>
                </c:pt>
                <c:pt idx="366">
                  <c:v>2015.5</c:v>
                </c:pt>
                <c:pt idx="367">
                  <c:v>2015.583333</c:v>
                </c:pt>
                <c:pt idx="368">
                  <c:v>2015.666667</c:v>
                </c:pt>
                <c:pt idx="369">
                  <c:v>2015.75</c:v>
                </c:pt>
                <c:pt idx="370">
                  <c:v>2015.833333</c:v>
                </c:pt>
                <c:pt idx="371">
                  <c:v>2015.916667</c:v>
                </c:pt>
                <c:pt idx="372">
                  <c:v>2016</c:v>
                </c:pt>
                <c:pt idx="373">
                  <c:v>2016.083333</c:v>
                </c:pt>
                <c:pt idx="374">
                  <c:v>2016.166667</c:v>
                </c:pt>
                <c:pt idx="375">
                  <c:v>2016.25</c:v>
                </c:pt>
                <c:pt idx="376">
                  <c:v>2016.333333</c:v>
                </c:pt>
                <c:pt idx="377">
                  <c:v>2016.416667</c:v>
                </c:pt>
                <c:pt idx="378">
                  <c:v>2016.5</c:v>
                </c:pt>
                <c:pt idx="379">
                  <c:v>2016.583333</c:v>
                </c:pt>
                <c:pt idx="380">
                  <c:v>2016.666667</c:v>
                </c:pt>
                <c:pt idx="381">
                  <c:v>2016.75</c:v>
                </c:pt>
                <c:pt idx="382">
                  <c:v>2016.833333</c:v>
                </c:pt>
                <c:pt idx="383">
                  <c:v>2016.916667</c:v>
                </c:pt>
                <c:pt idx="384">
                  <c:v>2017</c:v>
                </c:pt>
                <c:pt idx="385">
                  <c:v>2017.083333</c:v>
                </c:pt>
                <c:pt idx="386">
                  <c:v>2017.166667</c:v>
                </c:pt>
                <c:pt idx="387">
                  <c:v>2017.25</c:v>
                </c:pt>
                <c:pt idx="388">
                  <c:v>2017.333333</c:v>
                </c:pt>
                <c:pt idx="389">
                  <c:v>2017.416667</c:v>
                </c:pt>
                <c:pt idx="390">
                  <c:v>2017.5</c:v>
                </c:pt>
                <c:pt idx="391">
                  <c:v>2017.583333</c:v>
                </c:pt>
                <c:pt idx="392">
                  <c:v>2017.666667</c:v>
                </c:pt>
                <c:pt idx="393">
                  <c:v>2017.75</c:v>
                </c:pt>
                <c:pt idx="394">
                  <c:v>2017.833333</c:v>
                </c:pt>
                <c:pt idx="395">
                  <c:v>2017.916667</c:v>
                </c:pt>
                <c:pt idx="396">
                  <c:v>2018</c:v>
                </c:pt>
                <c:pt idx="397">
                  <c:v>2018.083333</c:v>
                </c:pt>
                <c:pt idx="398">
                  <c:v>2018.166667</c:v>
                </c:pt>
                <c:pt idx="399">
                  <c:v>2018.25</c:v>
                </c:pt>
                <c:pt idx="400">
                  <c:v>2018.333333</c:v>
                </c:pt>
                <c:pt idx="401">
                  <c:v>2018.416667</c:v>
                </c:pt>
                <c:pt idx="402">
                  <c:v>2018.5</c:v>
                </c:pt>
                <c:pt idx="403">
                  <c:v>2018.583333</c:v>
                </c:pt>
                <c:pt idx="404">
                  <c:v>2018.666667</c:v>
                </c:pt>
                <c:pt idx="405">
                  <c:v>2018.75</c:v>
                </c:pt>
                <c:pt idx="406">
                  <c:v>2018.833333</c:v>
                </c:pt>
                <c:pt idx="407">
                  <c:v>2018.916667</c:v>
                </c:pt>
                <c:pt idx="408">
                  <c:v>2019</c:v>
                </c:pt>
                <c:pt idx="409">
                  <c:v>2019.083333</c:v>
                </c:pt>
                <c:pt idx="410">
                  <c:v>2019.166667</c:v>
                </c:pt>
                <c:pt idx="411">
                  <c:v>2019.25</c:v>
                </c:pt>
                <c:pt idx="412">
                  <c:v>2019.333333</c:v>
                </c:pt>
                <c:pt idx="413">
                  <c:v>2019.416667</c:v>
                </c:pt>
                <c:pt idx="414">
                  <c:v>2019.5</c:v>
                </c:pt>
                <c:pt idx="415">
                  <c:v>2019.583333</c:v>
                </c:pt>
                <c:pt idx="416">
                  <c:v>2019.666667</c:v>
                </c:pt>
                <c:pt idx="417">
                  <c:v>2019.75</c:v>
                </c:pt>
                <c:pt idx="418">
                  <c:v>2019.833333</c:v>
                </c:pt>
                <c:pt idx="419">
                  <c:v>2019.916667</c:v>
                </c:pt>
                <c:pt idx="420">
                  <c:v>2020</c:v>
                </c:pt>
                <c:pt idx="421">
                  <c:v>2020.083333</c:v>
                </c:pt>
                <c:pt idx="422">
                  <c:v>2020.166667</c:v>
                </c:pt>
                <c:pt idx="423">
                  <c:v>2020.25</c:v>
                </c:pt>
                <c:pt idx="424">
                  <c:v>2020.333333</c:v>
                </c:pt>
                <c:pt idx="425">
                  <c:v>2020.416667</c:v>
                </c:pt>
                <c:pt idx="426">
                  <c:v>2020.5</c:v>
                </c:pt>
                <c:pt idx="427">
                  <c:v>2020.583333</c:v>
                </c:pt>
                <c:pt idx="428">
                  <c:v>2020.666667</c:v>
                </c:pt>
                <c:pt idx="429">
                  <c:v>2020.75</c:v>
                </c:pt>
                <c:pt idx="430">
                  <c:v>2020.833333</c:v>
                </c:pt>
                <c:pt idx="431">
                  <c:v>2020.916667</c:v>
                </c:pt>
                <c:pt idx="432">
                  <c:v>2021</c:v>
                </c:pt>
                <c:pt idx="433">
                  <c:v>2021.083333</c:v>
                </c:pt>
                <c:pt idx="434">
                  <c:v>2021.166667</c:v>
                </c:pt>
                <c:pt idx="435">
                  <c:v>2021.25</c:v>
                </c:pt>
                <c:pt idx="436">
                  <c:v>2021.333333</c:v>
                </c:pt>
                <c:pt idx="437">
                  <c:v>2021.416667</c:v>
                </c:pt>
                <c:pt idx="438">
                  <c:v>2021.5</c:v>
                </c:pt>
                <c:pt idx="439">
                  <c:v>2021.583333</c:v>
                </c:pt>
                <c:pt idx="440">
                  <c:v>2021.666667</c:v>
                </c:pt>
                <c:pt idx="441">
                  <c:v>2021.75</c:v>
                </c:pt>
                <c:pt idx="442">
                  <c:v>2021.833333</c:v>
                </c:pt>
                <c:pt idx="443">
                  <c:v>2021.916667</c:v>
                </c:pt>
                <c:pt idx="444">
                  <c:v>2022</c:v>
                </c:pt>
                <c:pt idx="445">
                  <c:v>2022.083333</c:v>
                </c:pt>
                <c:pt idx="446">
                  <c:v>2022.166667</c:v>
                </c:pt>
                <c:pt idx="447">
                  <c:v>2022.25</c:v>
                </c:pt>
                <c:pt idx="448">
                  <c:v>2022.333333</c:v>
                </c:pt>
                <c:pt idx="449">
                  <c:v>2022.416667</c:v>
                </c:pt>
                <c:pt idx="450">
                  <c:v>2022.5</c:v>
                </c:pt>
                <c:pt idx="451">
                  <c:v>2022.583333</c:v>
                </c:pt>
                <c:pt idx="452">
                  <c:v>2022.666667</c:v>
                </c:pt>
                <c:pt idx="453">
                  <c:v>2022.75</c:v>
                </c:pt>
                <c:pt idx="454">
                  <c:v>2022.833333</c:v>
                </c:pt>
                <c:pt idx="455">
                  <c:v>2022.916667</c:v>
                </c:pt>
                <c:pt idx="456">
                  <c:v>2023</c:v>
                </c:pt>
                <c:pt idx="457">
                  <c:v>2023.083333</c:v>
                </c:pt>
                <c:pt idx="458">
                  <c:v>2023.166667</c:v>
                </c:pt>
                <c:pt idx="459">
                  <c:v>2023.25</c:v>
                </c:pt>
                <c:pt idx="460">
                  <c:v>2023.333333</c:v>
                </c:pt>
                <c:pt idx="461">
                  <c:v>2023.416667</c:v>
                </c:pt>
                <c:pt idx="462">
                  <c:v>2023.5</c:v>
                </c:pt>
                <c:pt idx="463">
                  <c:v>2023.583333</c:v>
                </c:pt>
                <c:pt idx="464">
                  <c:v>2023.666667</c:v>
                </c:pt>
                <c:pt idx="465">
                  <c:v>2023.75</c:v>
                </c:pt>
                <c:pt idx="466">
                  <c:v>2023.833333</c:v>
                </c:pt>
                <c:pt idx="467">
                  <c:v>2023.916667</c:v>
                </c:pt>
                <c:pt idx="468">
                  <c:v>2024</c:v>
                </c:pt>
                <c:pt idx="469">
                  <c:v>2024.083333</c:v>
                </c:pt>
                <c:pt idx="470">
                  <c:v>2024.166667</c:v>
                </c:pt>
                <c:pt idx="471">
                  <c:v>2024.25</c:v>
                </c:pt>
                <c:pt idx="472">
                  <c:v>2024.333333</c:v>
                </c:pt>
                <c:pt idx="473">
                  <c:v>2024.416667</c:v>
                </c:pt>
                <c:pt idx="474">
                  <c:v>2024.5</c:v>
                </c:pt>
                <c:pt idx="475">
                  <c:v>2024.583333</c:v>
                </c:pt>
                <c:pt idx="476">
                  <c:v>2024.666667</c:v>
                </c:pt>
                <c:pt idx="477">
                  <c:v>2024.75</c:v>
                </c:pt>
                <c:pt idx="478">
                  <c:v>2024.833333</c:v>
                </c:pt>
                <c:pt idx="479">
                  <c:v>2024.916667</c:v>
                </c:pt>
                <c:pt idx="480">
                  <c:v>2025</c:v>
                </c:pt>
                <c:pt idx="481">
                  <c:v>2025.083333</c:v>
                </c:pt>
                <c:pt idx="482">
                  <c:v>2025.166667</c:v>
                </c:pt>
                <c:pt idx="483">
                  <c:v>2025.25</c:v>
                </c:pt>
                <c:pt idx="484">
                  <c:v>2025.333333</c:v>
                </c:pt>
                <c:pt idx="485">
                  <c:v>2025.416667</c:v>
                </c:pt>
                <c:pt idx="486">
                  <c:v>2025.5</c:v>
                </c:pt>
                <c:pt idx="487">
                  <c:v>2025.583333</c:v>
                </c:pt>
                <c:pt idx="488">
                  <c:v>2025.666667</c:v>
                </c:pt>
                <c:pt idx="489">
                  <c:v>2025.75</c:v>
                </c:pt>
                <c:pt idx="490">
                  <c:v>2025.833333</c:v>
                </c:pt>
              </c:numCache>
            </c:numRef>
          </c:xVal>
          <c:yVal>
            <c:numRef>
              <c:f>'Chart Data'!$F$2:$F$492</c:f>
              <c:numCache>
                <c:formatCode>0</c:formatCode>
                <c:ptCount val="491"/>
                <c:pt idx="0">
                  <c:v>20.427399999999999</c:v>
                </c:pt>
                <c:pt idx="1">
                  <c:v>19.2546</c:v>
                </c:pt>
                <c:pt idx="2">
                  <c:v>20.6584</c:v>
                </c:pt>
                <c:pt idx="3">
                  <c:v>21.611999999999998</c:v>
                </c:pt>
                <c:pt idx="4">
                  <c:v>25.411300000000001</c:v>
                </c:pt>
                <c:pt idx="5">
                  <c:v>28.122</c:v>
                </c:pt>
                <c:pt idx="6">
                  <c:v>28.347100000000001</c:v>
                </c:pt>
                <c:pt idx="7">
                  <c:v>29.271599999999999</c:v>
                </c:pt>
                <c:pt idx="8">
                  <c:v>28.5</c:v>
                </c:pt>
                <c:pt idx="9">
                  <c:v>26.597100000000001</c:v>
                </c:pt>
                <c:pt idx="10">
                  <c:v>24.2393</c:v>
                </c:pt>
                <c:pt idx="11">
                  <c:v>22.924199999999999</c:v>
                </c:pt>
                <c:pt idx="12">
                  <c:v>21.676500000000001</c:v>
                </c:pt>
                <c:pt idx="13">
                  <c:v>21.5457</c:v>
                </c:pt>
                <c:pt idx="14">
                  <c:v>21.208100000000002</c:v>
                </c:pt>
                <c:pt idx="15">
                  <c:v>22.5793</c:v>
                </c:pt>
                <c:pt idx="16">
                  <c:v>25.103200000000001</c:v>
                </c:pt>
                <c:pt idx="17">
                  <c:v>27.604700000000001</c:v>
                </c:pt>
                <c:pt idx="18">
                  <c:v>28.67</c:v>
                </c:pt>
                <c:pt idx="19">
                  <c:v>28.7652</c:v>
                </c:pt>
                <c:pt idx="20">
                  <c:v>28.5487</c:v>
                </c:pt>
                <c:pt idx="21">
                  <c:v>27.095199999999998</c:v>
                </c:pt>
                <c:pt idx="22">
                  <c:v>25.356000000000002</c:v>
                </c:pt>
                <c:pt idx="23">
                  <c:v>22.840299999999999</c:v>
                </c:pt>
                <c:pt idx="24">
                  <c:v>21.218699999999998</c:v>
                </c:pt>
                <c:pt idx="25">
                  <c:v>20.070699999999999</c:v>
                </c:pt>
                <c:pt idx="26">
                  <c:v>20.052299999999999</c:v>
                </c:pt>
                <c:pt idx="27">
                  <c:v>21.16</c:v>
                </c:pt>
                <c:pt idx="28">
                  <c:v>24.9255</c:v>
                </c:pt>
                <c:pt idx="29">
                  <c:v>27.758299999999998</c:v>
                </c:pt>
                <c:pt idx="30">
                  <c:v>29.491900000000001</c:v>
                </c:pt>
                <c:pt idx="31">
                  <c:v>29.771599999999999</c:v>
                </c:pt>
                <c:pt idx="32">
                  <c:v>28.9163</c:v>
                </c:pt>
                <c:pt idx="33">
                  <c:v>26.413900000000002</c:v>
                </c:pt>
                <c:pt idx="34">
                  <c:v>23.616</c:v>
                </c:pt>
                <c:pt idx="35">
                  <c:v>22.002300000000002</c:v>
                </c:pt>
                <c:pt idx="36">
                  <c:v>20.368099999999998</c:v>
                </c:pt>
                <c:pt idx="37">
                  <c:v>19.8324</c:v>
                </c:pt>
                <c:pt idx="38">
                  <c:v>19.86</c:v>
                </c:pt>
                <c:pt idx="39">
                  <c:v>21.681999999999999</c:v>
                </c:pt>
                <c:pt idx="40">
                  <c:v>24.320599999999999</c:v>
                </c:pt>
                <c:pt idx="41">
                  <c:v>26.924299999999999</c:v>
                </c:pt>
                <c:pt idx="42">
                  <c:v>28.846499999999999</c:v>
                </c:pt>
                <c:pt idx="43">
                  <c:v>29.741900000000001</c:v>
                </c:pt>
                <c:pt idx="44">
                  <c:v>28.0977</c:v>
                </c:pt>
                <c:pt idx="45">
                  <c:v>26.539400000000001</c:v>
                </c:pt>
                <c:pt idx="46">
                  <c:v>24.889299999999999</c:v>
                </c:pt>
                <c:pt idx="47">
                  <c:v>22.942599999999999</c:v>
                </c:pt>
                <c:pt idx="48">
                  <c:v>22.2197</c:v>
                </c:pt>
                <c:pt idx="49">
                  <c:v>21.541399999999999</c:v>
                </c:pt>
                <c:pt idx="50">
                  <c:v>20.953900000000001</c:v>
                </c:pt>
                <c:pt idx="51">
                  <c:v>22.0747</c:v>
                </c:pt>
                <c:pt idx="52">
                  <c:v>25.2865</c:v>
                </c:pt>
                <c:pt idx="53">
                  <c:v>27.696000000000002</c:v>
                </c:pt>
                <c:pt idx="54">
                  <c:v>28.8642</c:v>
                </c:pt>
                <c:pt idx="55">
                  <c:v>29.2468</c:v>
                </c:pt>
                <c:pt idx="56">
                  <c:v>29.3673</c:v>
                </c:pt>
                <c:pt idx="57">
                  <c:v>26.8384</c:v>
                </c:pt>
                <c:pt idx="58">
                  <c:v>24.616</c:v>
                </c:pt>
                <c:pt idx="59">
                  <c:v>21.846800000000002</c:v>
                </c:pt>
                <c:pt idx="60">
                  <c:v>19.9526</c:v>
                </c:pt>
                <c:pt idx="61">
                  <c:v>20.247499999999999</c:v>
                </c:pt>
                <c:pt idx="62">
                  <c:v>20.367100000000001</c:v>
                </c:pt>
                <c:pt idx="63">
                  <c:v>22.2</c:v>
                </c:pt>
                <c:pt idx="64">
                  <c:v>25.572600000000001</c:v>
                </c:pt>
                <c:pt idx="65">
                  <c:v>29.0413</c:v>
                </c:pt>
                <c:pt idx="66">
                  <c:v>29.345800000000001</c:v>
                </c:pt>
                <c:pt idx="67">
                  <c:v>29.878399999999999</c:v>
                </c:pt>
                <c:pt idx="68">
                  <c:v>29.274699999999999</c:v>
                </c:pt>
                <c:pt idx="69">
                  <c:v>27.474799999999998</c:v>
                </c:pt>
                <c:pt idx="70">
                  <c:v>24.431000000000001</c:v>
                </c:pt>
                <c:pt idx="71">
                  <c:v>22.638100000000001</c:v>
                </c:pt>
                <c:pt idx="72">
                  <c:v>21.2303</c:v>
                </c:pt>
                <c:pt idx="73">
                  <c:v>20.7075</c:v>
                </c:pt>
                <c:pt idx="74">
                  <c:v>20.5716</c:v>
                </c:pt>
                <c:pt idx="75">
                  <c:v>23.776700000000002</c:v>
                </c:pt>
                <c:pt idx="76">
                  <c:v>26.1739</c:v>
                </c:pt>
                <c:pt idx="77">
                  <c:v>28.838000000000001</c:v>
                </c:pt>
                <c:pt idx="78">
                  <c:v>30.223199999999999</c:v>
                </c:pt>
                <c:pt idx="79">
                  <c:v>30.0932</c:v>
                </c:pt>
                <c:pt idx="80">
                  <c:v>28.955300000000001</c:v>
                </c:pt>
                <c:pt idx="81">
                  <c:v>26.45</c:v>
                </c:pt>
                <c:pt idx="82">
                  <c:v>23.854700000000001</c:v>
                </c:pt>
                <c:pt idx="83">
                  <c:v>22.2516</c:v>
                </c:pt>
                <c:pt idx="84">
                  <c:v>20.863199999999999</c:v>
                </c:pt>
                <c:pt idx="85">
                  <c:v>20.114799999999999</c:v>
                </c:pt>
                <c:pt idx="86">
                  <c:v>20.45</c:v>
                </c:pt>
                <c:pt idx="87">
                  <c:v>22.018999999999998</c:v>
                </c:pt>
                <c:pt idx="88">
                  <c:v>24.434799999999999</c:v>
                </c:pt>
                <c:pt idx="89">
                  <c:v>27.8523</c:v>
                </c:pt>
                <c:pt idx="90">
                  <c:v>29.4465</c:v>
                </c:pt>
                <c:pt idx="91">
                  <c:v>29.236799999999999</c:v>
                </c:pt>
                <c:pt idx="92">
                  <c:v>28.716000000000001</c:v>
                </c:pt>
                <c:pt idx="93">
                  <c:v>26.505199999999999</c:v>
                </c:pt>
                <c:pt idx="94">
                  <c:v>24.024000000000001</c:v>
                </c:pt>
                <c:pt idx="95">
                  <c:v>22.351299999999998</c:v>
                </c:pt>
                <c:pt idx="96">
                  <c:v>21.502300000000002</c:v>
                </c:pt>
                <c:pt idx="97">
                  <c:v>20.364999999999998</c:v>
                </c:pt>
                <c:pt idx="98">
                  <c:v>20.018699999999999</c:v>
                </c:pt>
                <c:pt idx="99">
                  <c:v>20.835000000000001</c:v>
                </c:pt>
                <c:pt idx="100">
                  <c:v>23.770299999999999</c:v>
                </c:pt>
                <c:pt idx="101">
                  <c:v>26.956700000000001</c:v>
                </c:pt>
                <c:pt idx="102">
                  <c:v>29.410599999999999</c:v>
                </c:pt>
                <c:pt idx="103">
                  <c:v>30.162299999999998</c:v>
                </c:pt>
                <c:pt idx="104">
                  <c:v>29.248000000000001</c:v>
                </c:pt>
                <c:pt idx="105">
                  <c:v>26.987400000000001</c:v>
                </c:pt>
                <c:pt idx="106">
                  <c:v>23.553699999999999</c:v>
                </c:pt>
                <c:pt idx="107">
                  <c:v>22.6813</c:v>
                </c:pt>
                <c:pt idx="108">
                  <c:v>20.617699999999999</c:v>
                </c:pt>
                <c:pt idx="109">
                  <c:v>20.286100000000001</c:v>
                </c:pt>
                <c:pt idx="110">
                  <c:v>20.092300000000002</c:v>
                </c:pt>
                <c:pt idx="111">
                  <c:v>21.703299999999999</c:v>
                </c:pt>
                <c:pt idx="112">
                  <c:v>25.588999999999999</c:v>
                </c:pt>
                <c:pt idx="113">
                  <c:v>28.233699999999999</c:v>
                </c:pt>
                <c:pt idx="114">
                  <c:v>29.259</c:v>
                </c:pt>
                <c:pt idx="115">
                  <c:v>28.962299999999999</c:v>
                </c:pt>
                <c:pt idx="116">
                  <c:v>28.630299999999998</c:v>
                </c:pt>
                <c:pt idx="117">
                  <c:v>26.728999999999999</c:v>
                </c:pt>
                <c:pt idx="118">
                  <c:v>25.446000000000002</c:v>
                </c:pt>
                <c:pt idx="119">
                  <c:v>23.194800000000001</c:v>
                </c:pt>
                <c:pt idx="120">
                  <c:v>20.544799999999999</c:v>
                </c:pt>
                <c:pt idx="121">
                  <c:v>20.105</c:v>
                </c:pt>
                <c:pt idx="122">
                  <c:v>21.394200000000001</c:v>
                </c:pt>
                <c:pt idx="123">
                  <c:v>22.174700000000001</c:v>
                </c:pt>
                <c:pt idx="124">
                  <c:v>25.550599999999999</c:v>
                </c:pt>
                <c:pt idx="125">
                  <c:v>27.628</c:v>
                </c:pt>
                <c:pt idx="126">
                  <c:v>29.598400000000002</c:v>
                </c:pt>
                <c:pt idx="127">
                  <c:v>29.957100000000001</c:v>
                </c:pt>
                <c:pt idx="128">
                  <c:v>29.732700000000001</c:v>
                </c:pt>
                <c:pt idx="129">
                  <c:v>26.590599999999998</c:v>
                </c:pt>
                <c:pt idx="130">
                  <c:v>24.28</c:v>
                </c:pt>
                <c:pt idx="131">
                  <c:v>22.5365</c:v>
                </c:pt>
                <c:pt idx="132">
                  <c:v>20.1739</c:v>
                </c:pt>
                <c:pt idx="133">
                  <c:v>19.8066</c:v>
                </c:pt>
                <c:pt idx="134">
                  <c:v>20.0442</c:v>
                </c:pt>
                <c:pt idx="135">
                  <c:v>20.888300000000001</c:v>
                </c:pt>
                <c:pt idx="136">
                  <c:v>24.982900000000001</c:v>
                </c:pt>
                <c:pt idx="137">
                  <c:v>28.501300000000001</c:v>
                </c:pt>
                <c:pt idx="138">
                  <c:v>29.692299999999999</c:v>
                </c:pt>
                <c:pt idx="139">
                  <c:v>29.2987</c:v>
                </c:pt>
                <c:pt idx="140">
                  <c:v>28.763999999999999</c:v>
                </c:pt>
                <c:pt idx="141">
                  <c:v>26.2468</c:v>
                </c:pt>
                <c:pt idx="142">
                  <c:v>24.268999999999998</c:v>
                </c:pt>
                <c:pt idx="143">
                  <c:v>21.874500000000001</c:v>
                </c:pt>
                <c:pt idx="144">
                  <c:v>20.848099999999999</c:v>
                </c:pt>
                <c:pt idx="145">
                  <c:v>20.1357</c:v>
                </c:pt>
                <c:pt idx="146">
                  <c:v>21.025200000000002</c:v>
                </c:pt>
                <c:pt idx="147">
                  <c:v>21.831299999999999</c:v>
                </c:pt>
                <c:pt idx="148">
                  <c:v>24.272300000000001</c:v>
                </c:pt>
                <c:pt idx="149">
                  <c:v>27.827999999999999</c:v>
                </c:pt>
                <c:pt idx="150">
                  <c:v>30.1539</c:v>
                </c:pt>
                <c:pt idx="151">
                  <c:v>29.884799999999998</c:v>
                </c:pt>
                <c:pt idx="152">
                  <c:v>29.298999999999999</c:v>
                </c:pt>
                <c:pt idx="153">
                  <c:v>26.581900000000001</c:v>
                </c:pt>
                <c:pt idx="154">
                  <c:v>23.960999999999999</c:v>
                </c:pt>
                <c:pt idx="155">
                  <c:v>22.029399999999999</c:v>
                </c:pt>
                <c:pt idx="156">
                  <c:v>20.4816</c:v>
                </c:pt>
                <c:pt idx="157">
                  <c:v>20.169599999999999</c:v>
                </c:pt>
                <c:pt idx="158">
                  <c:v>19.860299999999999</c:v>
                </c:pt>
                <c:pt idx="159">
                  <c:v>21.366</c:v>
                </c:pt>
                <c:pt idx="160">
                  <c:v>24.66</c:v>
                </c:pt>
                <c:pt idx="161">
                  <c:v>28.3963</c:v>
                </c:pt>
                <c:pt idx="162">
                  <c:v>29.754799999999999</c:v>
                </c:pt>
                <c:pt idx="163">
                  <c:v>29.956499999999998</c:v>
                </c:pt>
                <c:pt idx="164">
                  <c:v>28.688700000000001</c:v>
                </c:pt>
                <c:pt idx="165">
                  <c:v>27.647400000000001</c:v>
                </c:pt>
                <c:pt idx="166">
                  <c:v>25.158300000000001</c:v>
                </c:pt>
                <c:pt idx="167">
                  <c:v>23.6813</c:v>
                </c:pt>
                <c:pt idx="168">
                  <c:v>21.158100000000001</c:v>
                </c:pt>
                <c:pt idx="169">
                  <c:v>20.9236</c:v>
                </c:pt>
                <c:pt idx="170">
                  <c:v>21.229399999999998</c:v>
                </c:pt>
                <c:pt idx="171">
                  <c:v>23.327999999999999</c:v>
                </c:pt>
                <c:pt idx="172">
                  <c:v>25.5519</c:v>
                </c:pt>
                <c:pt idx="173">
                  <c:v>28.444700000000001</c:v>
                </c:pt>
                <c:pt idx="174">
                  <c:v>29.189</c:v>
                </c:pt>
                <c:pt idx="175">
                  <c:v>29.982299999999999</c:v>
                </c:pt>
                <c:pt idx="176">
                  <c:v>29.2333</c:v>
                </c:pt>
                <c:pt idx="177">
                  <c:v>26.892600000000002</c:v>
                </c:pt>
                <c:pt idx="178">
                  <c:v>24.6873</c:v>
                </c:pt>
                <c:pt idx="179">
                  <c:v>22.706499999999998</c:v>
                </c:pt>
                <c:pt idx="180">
                  <c:v>21.3703</c:v>
                </c:pt>
                <c:pt idx="181">
                  <c:v>21.253799999999998</c:v>
                </c:pt>
                <c:pt idx="182">
                  <c:v>22.151599999999998</c:v>
                </c:pt>
                <c:pt idx="183">
                  <c:v>23.2287</c:v>
                </c:pt>
                <c:pt idx="184">
                  <c:v>25.755500000000001</c:v>
                </c:pt>
                <c:pt idx="185">
                  <c:v>28.095700000000001</c:v>
                </c:pt>
                <c:pt idx="186">
                  <c:v>29.472300000000001</c:v>
                </c:pt>
                <c:pt idx="187">
                  <c:v>29.293900000000001</c:v>
                </c:pt>
                <c:pt idx="188">
                  <c:v>29.032299999999999</c:v>
                </c:pt>
                <c:pt idx="189">
                  <c:v>26.994800000000001</c:v>
                </c:pt>
                <c:pt idx="190">
                  <c:v>25.233699999999999</c:v>
                </c:pt>
                <c:pt idx="191">
                  <c:v>22.623200000000001</c:v>
                </c:pt>
                <c:pt idx="192">
                  <c:v>20.562899999999999</c:v>
                </c:pt>
                <c:pt idx="193">
                  <c:v>20.868600000000001</c:v>
                </c:pt>
                <c:pt idx="194">
                  <c:v>20.973199999999999</c:v>
                </c:pt>
                <c:pt idx="195">
                  <c:v>23.210699999999999</c:v>
                </c:pt>
                <c:pt idx="196">
                  <c:v>25.3294</c:v>
                </c:pt>
                <c:pt idx="197">
                  <c:v>27.84</c:v>
                </c:pt>
                <c:pt idx="198">
                  <c:v>29.564800000000002</c:v>
                </c:pt>
                <c:pt idx="199">
                  <c:v>29.601299999999998</c:v>
                </c:pt>
                <c:pt idx="200">
                  <c:v>28.8123</c:v>
                </c:pt>
                <c:pt idx="201">
                  <c:v>26.663499999999999</c:v>
                </c:pt>
                <c:pt idx="202">
                  <c:v>24.890999999999998</c:v>
                </c:pt>
                <c:pt idx="203">
                  <c:v>23.581</c:v>
                </c:pt>
                <c:pt idx="204">
                  <c:v>21.313500000000001</c:v>
                </c:pt>
                <c:pt idx="205">
                  <c:v>20.87</c:v>
                </c:pt>
                <c:pt idx="206">
                  <c:v>21.377099999999999</c:v>
                </c:pt>
                <c:pt idx="207">
                  <c:v>23.3977</c:v>
                </c:pt>
                <c:pt idx="208">
                  <c:v>25.904800000000002</c:v>
                </c:pt>
                <c:pt idx="209">
                  <c:v>27.781700000000001</c:v>
                </c:pt>
                <c:pt idx="210">
                  <c:v>29.351299999999998</c:v>
                </c:pt>
                <c:pt idx="211">
                  <c:v>29.727399999999999</c:v>
                </c:pt>
                <c:pt idx="212">
                  <c:v>28.725999999999999</c:v>
                </c:pt>
                <c:pt idx="213">
                  <c:v>27.115200000000002</c:v>
                </c:pt>
                <c:pt idx="214">
                  <c:v>24.992000000000001</c:v>
                </c:pt>
                <c:pt idx="215">
                  <c:v>22.323499999999999</c:v>
                </c:pt>
                <c:pt idx="216">
                  <c:v>20.0245</c:v>
                </c:pt>
                <c:pt idx="217">
                  <c:v>19.7029</c:v>
                </c:pt>
                <c:pt idx="218">
                  <c:v>20.687100000000001</c:v>
                </c:pt>
                <c:pt idx="219">
                  <c:v>21.498000000000001</c:v>
                </c:pt>
                <c:pt idx="220">
                  <c:v>25.472899999999999</c:v>
                </c:pt>
                <c:pt idx="221">
                  <c:v>28.331299999999999</c:v>
                </c:pt>
                <c:pt idx="222">
                  <c:v>29.081</c:v>
                </c:pt>
                <c:pt idx="223">
                  <c:v>29.770600000000002</c:v>
                </c:pt>
                <c:pt idx="224">
                  <c:v>29.064299999999999</c:v>
                </c:pt>
                <c:pt idx="225">
                  <c:v>26.68</c:v>
                </c:pt>
                <c:pt idx="226">
                  <c:v>25.542300000000001</c:v>
                </c:pt>
                <c:pt idx="227">
                  <c:v>22.468699999999998</c:v>
                </c:pt>
                <c:pt idx="228">
                  <c:v>20.698699999999999</c:v>
                </c:pt>
                <c:pt idx="229">
                  <c:v>20.5093</c:v>
                </c:pt>
                <c:pt idx="230">
                  <c:v>21.242899999999999</c:v>
                </c:pt>
                <c:pt idx="231">
                  <c:v>22.6157</c:v>
                </c:pt>
                <c:pt idx="232">
                  <c:v>24.6632</c:v>
                </c:pt>
                <c:pt idx="233">
                  <c:v>28.228000000000002</c:v>
                </c:pt>
                <c:pt idx="234">
                  <c:v>29.4558</c:v>
                </c:pt>
                <c:pt idx="235">
                  <c:v>29.69</c:v>
                </c:pt>
                <c:pt idx="236">
                  <c:v>29.353300000000001</c:v>
                </c:pt>
                <c:pt idx="237">
                  <c:v>27.865200000000002</c:v>
                </c:pt>
                <c:pt idx="238">
                  <c:v>26.211300000000001</c:v>
                </c:pt>
                <c:pt idx="239">
                  <c:v>23.3368</c:v>
                </c:pt>
                <c:pt idx="240">
                  <c:v>21.8642</c:v>
                </c:pt>
                <c:pt idx="241">
                  <c:v>21.4879</c:v>
                </c:pt>
                <c:pt idx="242">
                  <c:v>21.357700000000001</c:v>
                </c:pt>
                <c:pt idx="243">
                  <c:v>21.525300000000001</c:v>
                </c:pt>
                <c:pt idx="244">
                  <c:v>24.627400000000002</c:v>
                </c:pt>
                <c:pt idx="245">
                  <c:v>28.406300000000002</c:v>
                </c:pt>
                <c:pt idx="246">
                  <c:v>29.845500000000001</c:v>
                </c:pt>
                <c:pt idx="247">
                  <c:v>30.654499999999999</c:v>
                </c:pt>
                <c:pt idx="248">
                  <c:v>29.751999999999999</c:v>
                </c:pt>
                <c:pt idx="249">
                  <c:v>28.100300000000001</c:v>
                </c:pt>
                <c:pt idx="250">
                  <c:v>25.363</c:v>
                </c:pt>
                <c:pt idx="251">
                  <c:v>22.567399999999999</c:v>
                </c:pt>
                <c:pt idx="252">
                  <c:v>21.482600000000001</c:v>
                </c:pt>
                <c:pt idx="253">
                  <c:v>22.114999999999998</c:v>
                </c:pt>
                <c:pt idx="254">
                  <c:v>22.4239</c:v>
                </c:pt>
                <c:pt idx="255">
                  <c:v>23.544699999999999</c:v>
                </c:pt>
                <c:pt idx="256">
                  <c:v>25.680599999999998</c:v>
                </c:pt>
                <c:pt idx="257">
                  <c:v>28.018999999999998</c:v>
                </c:pt>
                <c:pt idx="258">
                  <c:v>29.353200000000001</c:v>
                </c:pt>
                <c:pt idx="259">
                  <c:v>29.971</c:v>
                </c:pt>
                <c:pt idx="260">
                  <c:v>29.498999999999999</c:v>
                </c:pt>
                <c:pt idx="261">
                  <c:v>27.764800000000001</c:v>
                </c:pt>
                <c:pt idx="262">
                  <c:v>24.809699999999999</c:v>
                </c:pt>
                <c:pt idx="263">
                  <c:v>22.258099999999999</c:v>
                </c:pt>
                <c:pt idx="264">
                  <c:v>21.347100000000001</c:v>
                </c:pt>
                <c:pt idx="265">
                  <c:v>20.308599999999998</c:v>
                </c:pt>
                <c:pt idx="266">
                  <c:v>20.926100000000002</c:v>
                </c:pt>
                <c:pt idx="267">
                  <c:v>22.308299999999999</c:v>
                </c:pt>
                <c:pt idx="268">
                  <c:v>24.9497</c:v>
                </c:pt>
                <c:pt idx="269">
                  <c:v>27.9863</c:v>
                </c:pt>
                <c:pt idx="270">
                  <c:v>29.040299999999998</c:v>
                </c:pt>
                <c:pt idx="271">
                  <c:v>30.100999999999999</c:v>
                </c:pt>
                <c:pt idx="272">
                  <c:v>29.442</c:v>
                </c:pt>
                <c:pt idx="273">
                  <c:v>27.890999999999998</c:v>
                </c:pt>
                <c:pt idx="274">
                  <c:v>25.390699999999999</c:v>
                </c:pt>
                <c:pt idx="275">
                  <c:v>23.421900000000001</c:v>
                </c:pt>
                <c:pt idx="276">
                  <c:v>21.448699999999999</c:v>
                </c:pt>
                <c:pt idx="277">
                  <c:v>21.3217</c:v>
                </c:pt>
                <c:pt idx="278">
                  <c:v>21.430299999999999</c:v>
                </c:pt>
                <c:pt idx="279">
                  <c:v>22.721699999999998</c:v>
                </c:pt>
                <c:pt idx="280">
                  <c:v>25.346499999999999</c:v>
                </c:pt>
                <c:pt idx="281">
                  <c:v>28.652699999999999</c:v>
                </c:pt>
                <c:pt idx="282">
                  <c:v>29.371300000000002</c:v>
                </c:pt>
                <c:pt idx="283">
                  <c:v>29.305800000000001</c:v>
                </c:pt>
                <c:pt idx="284">
                  <c:v>27.908999999999999</c:v>
                </c:pt>
                <c:pt idx="285">
                  <c:v>26.473500000000001</c:v>
                </c:pt>
                <c:pt idx="286">
                  <c:v>24.563300000000002</c:v>
                </c:pt>
                <c:pt idx="287">
                  <c:v>22.6465</c:v>
                </c:pt>
                <c:pt idx="288">
                  <c:v>21.423200000000001</c:v>
                </c:pt>
                <c:pt idx="289">
                  <c:v>20.8079</c:v>
                </c:pt>
                <c:pt idx="290">
                  <c:v>21.426100000000002</c:v>
                </c:pt>
                <c:pt idx="291">
                  <c:v>22.685300000000002</c:v>
                </c:pt>
                <c:pt idx="292">
                  <c:v>25.501000000000001</c:v>
                </c:pt>
                <c:pt idx="293">
                  <c:v>28.093299999999999</c:v>
                </c:pt>
                <c:pt idx="294">
                  <c:v>29.467700000000001</c:v>
                </c:pt>
                <c:pt idx="295">
                  <c:v>30.037400000000002</c:v>
                </c:pt>
                <c:pt idx="296">
                  <c:v>29.373699999999999</c:v>
                </c:pt>
                <c:pt idx="297">
                  <c:v>28.2255</c:v>
                </c:pt>
                <c:pt idx="298">
                  <c:v>24.893999999999998</c:v>
                </c:pt>
                <c:pt idx="299">
                  <c:v>22.543500000000002</c:v>
                </c:pt>
                <c:pt idx="300">
                  <c:v>20.764800000000001</c:v>
                </c:pt>
                <c:pt idx="301">
                  <c:v>19.648199999999999</c:v>
                </c:pt>
                <c:pt idx="302">
                  <c:v>18.722300000000001</c:v>
                </c:pt>
                <c:pt idx="303">
                  <c:v>20.584299999999999</c:v>
                </c:pt>
                <c:pt idx="304">
                  <c:v>25.089400000000001</c:v>
                </c:pt>
                <c:pt idx="305">
                  <c:v>29.041699999999999</c:v>
                </c:pt>
                <c:pt idx="306">
                  <c:v>29.8613</c:v>
                </c:pt>
                <c:pt idx="307">
                  <c:v>30.8413</c:v>
                </c:pt>
                <c:pt idx="308">
                  <c:v>29.766999999999999</c:v>
                </c:pt>
                <c:pt idx="309">
                  <c:v>27.3935</c:v>
                </c:pt>
                <c:pt idx="310">
                  <c:v>24.997</c:v>
                </c:pt>
                <c:pt idx="311">
                  <c:v>22.1477</c:v>
                </c:pt>
                <c:pt idx="312">
                  <c:v>20.5623</c:v>
                </c:pt>
                <c:pt idx="313">
                  <c:v>19.643599999999999</c:v>
                </c:pt>
                <c:pt idx="314">
                  <c:v>20.7681</c:v>
                </c:pt>
                <c:pt idx="315">
                  <c:v>22.770700000000001</c:v>
                </c:pt>
                <c:pt idx="316">
                  <c:v>24.808700000000002</c:v>
                </c:pt>
                <c:pt idx="317">
                  <c:v>28.245699999999999</c:v>
                </c:pt>
                <c:pt idx="318">
                  <c:v>29.5335</c:v>
                </c:pt>
                <c:pt idx="319">
                  <c:v>30.124500000000001</c:v>
                </c:pt>
                <c:pt idx="320">
                  <c:v>29.096699999999998</c:v>
                </c:pt>
                <c:pt idx="321">
                  <c:v>27.212900000000001</c:v>
                </c:pt>
                <c:pt idx="322">
                  <c:v>24.715299999999999</c:v>
                </c:pt>
                <c:pt idx="323">
                  <c:v>22.6539</c:v>
                </c:pt>
                <c:pt idx="324">
                  <c:v>21.415199999999999</c:v>
                </c:pt>
                <c:pt idx="325">
                  <c:v>20.723800000000001</c:v>
                </c:pt>
                <c:pt idx="326">
                  <c:v>21.831600000000002</c:v>
                </c:pt>
                <c:pt idx="327">
                  <c:v>23.729700000000001</c:v>
                </c:pt>
                <c:pt idx="328">
                  <c:v>25.8552</c:v>
                </c:pt>
                <c:pt idx="329">
                  <c:v>28.53</c:v>
                </c:pt>
                <c:pt idx="330">
                  <c:v>29.3432</c:v>
                </c:pt>
                <c:pt idx="331">
                  <c:v>30.145199999999999</c:v>
                </c:pt>
                <c:pt idx="332">
                  <c:v>29.128</c:v>
                </c:pt>
                <c:pt idx="333">
                  <c:v>27.51</c:v>
                </c:pt>
                <c:pt idx="334">
                  <c:v>25.529299999999999</c:v>
                </c:pt>
                <c:pt idx="335">
                  <c:v>24.16</c:v>
                </c:pt>
                <c:pt idx="336">
                  <c:v>21.833200000000001</c:v>
                </c:pt>
                <c:pt idx="337">
                  <c:v>21.542899999999999</c:v>
                </c:pt>
                <c:pt idx="338">
                  <c:v>21.0684</c:v>
                </c:pt>
                <c:pt idx="339">
                  <c:v>22.1737</c:v>
                </c:pt>
                <c:pt idx="340">
                  <c:v>24.264199999999999</c:v>
                </c:pt>
                <c:pt idx="341">
                  <c:v>28.695699999999999</c:v>
                </c:pt>
                <c:pt idx="342">
                  <c:v>29.227399999999999</c:v>
                </c:pt>
                <c:pt idx="343">
                  <c:v>29.686800000000002</c:v>
                </c:pt>
                <c:pt idx="344">
                  <c:v>29.286000000000001</c:v>
                </c:pt>
                <c:pt idx="345">
                  <c:v>27.795500000000001</c:v>
                </c:pt>
                <c:pt idx="346">
                  <c:v>25.083300000000001</c:v>
                </c:pt>
                <c:pt idx="347">
                  <c:v>22.807400000000001</c:v>
                </c:pt>
                <c:pt idx="348">
                  <c:v>21.124199999999998</c:v>
                </c:pt>
                <c:pt idx="349">
                  <c:v>20.4682</c:v>
                </c:pt>
                <c:pt idx="350">
                  <c:v>20.386500000000002</c:v>
                </c:pt>
                <c:pt idx="351">
                  <c:v>22.029299999999999</c:v>
                </c:pt>
                <c:pt idx="352">
                  <c:v>23.665500000000002</c:v>
                </c:pt>
                <c:pt idx="353">
                  <c:v>27.745699999999999</c:v>
                </c:pt>
                <c:pt idx="354">
                  <c:v>29.557099999999998</c:v>
                </c:pt>
                <c:pt idx="355">
                  <c:v>30.025500000000001</c:v>
                </c:pt>
                <c:pt idx="356">
                  <c:v>29.517299999999999</c:v>
                </c:pt>
                <c:pt idx="357">
                  <c:v>27.667400000000001</c:v>
                </c:pt>
                <c:pt idx="358">
                  <c:v>24.565300000000001</c:v>
                </c:pt>
                <c:pt idx="359">
                  <c:v>23.078700000000001</c:v>
                </c:pt>
                <c:pt idx="360">
                  <c:v>21.509399999999999</c:v>
                </c:pt>
                <c:pt idx="361">
                  <c:v>20.4861</c:v>
                </c:pt>
                <c:pt idx="362">
                  <c:v>21.500599999999999</c:v>
                </c:pt>
                <c:pt idx="363">
                  <c:v>24.011700000000001</c:v>
                </c:pt>
                <c:pt idx="364">
                  <c:v>26.001899999999999</c:v>
                </c:pt>
                <c:pt idx="365">
                  <c:v>28.722300000000001</c:v>
                </c:pt>
                <c:pt idx="366">
                  <c:v>30.1035</c:v>
                </c:pt>
                <c:pt idx="367">
                  <c:v>30.182300000000001</c:v>
                </c:pt>
                <c:pt idx="368">
                  <c:v>28.9633</c:v>
                </c:pt>
                <c:pt idx="369">
                  <c:v>27.4252</c:v>
                </c:pt>
                <c:pt idx="370">
                  <c:v>25.398</c:v>
                </c:pt>
                <c:pt idx="371">
                  <c:v>24.418700000000001</c:v>
                </c:pt>
                <c:pt idx="372">
                  <c:v>22.802600000000002</c:v>
                </c:pt>
                <c:pt idx="373">
                  <c:v>21.034099999999999</c:v>
                </c:pt>
                <c:pt idx="374">
                  <c:v>21.397099999999998</c:v>
                </c:pt>
                <c:pt idx="375">
                  <c:v>23.312999999999999</c:v>
                </c:pt>
                <c:pt idx="376">
                  <c:v>26.115200000000002</c:v>
                </c:pt>
                <c:pt idx="377">
                  <c:v>29.061299999999999</c:v>
                </c:pt>
                <c:pt idx="378">
                  <c:v>30.491900000000001</c:v>
                </c:pt>
                <c:pt idx="379">
                  <c:v>30.285499999999999</c:v>
                </c:pt>
                <c:pt idx="380">
                  <c:v>30.215</c:v>
                </c:pt>
                <c:pt idx="381">
                  <c:v>28.531300000000002</c:v>
                </c:pt>
                <c:pt idx="382">
                  <c:v>26.292000000000002</c:v>
                </c:pt>
                <c:pt idx="383">
                  <c:v>24.148099999999999</c:v>
                </c:pt>
                <c:pt idx="384">
                  <c:v>22.895199999999999</c:v>
                </c:pt>
                <c:pt idx="385">
                  <c:v>21.8568</c:v>
                </c:pt>
                <c:pt idx="386">
                  <c:v>22.583500000000001</c:v>
                </c:pt>
                <c:pt idx="387">
                  <c:v>24.2347</c:v>
                </c:pt>
                <c:pt idx="388">
                  <c:v>25.5061</c:v>
                </c:pt>
                <c:pt idx="389">
                  <c:v>27.6693</c:v>
                </c:pt>
                <c:pt idx="390">
                  <c:v>29.642299999999999</c:v>
                </c:pt>
                <c:pt idx="391">
                  <c:v>29.798400000000001</c:v>
                </c:pt>
                <c:pt idx="392">
                  <c:v>28.495699999999999</c:v>
                </c:pt>
                <c:pt idx="393">
                  <c:v>28.082599999999999</c:v>
                </c:pt>
                <c:pt idx="394">
                  <c:v>25.679300000000001</c:v>
                </c:pt>
                <c:pt idx="395">
                  <c:v>23.7</c:v>
                </c:pt>
                <c:pt idx="396">
                  <c:v>21.36</c:v>
                </c:pt>
                <c:pt idx="397">
                  <c:v>21.613199999999999</c:v>
                </c:pt>
                <c:pt idx="398">
                  <c:v>22.3613</c:v>
                </c:pt>
                <c:pt idx="399">
                  <c:v>23.0397</c:v>
                </c:pt>
                <c:pt idx="400">
                  <c:v>26.1203</c:v>
                </c:pt>
                <c:pt idx="401">
                  <c:v>28.771000000000001</c:v>
                </c:pt>
                <c:pt idx="402">
                  <c:v>29.421900000000001</c:v>
                </c:pt>
                <c:pt idx="403">
                  <c:v>29.852900000000002</c:v>
                </c:pt>
                <c:pt idx="404">
                  <c:v>29.307700000000001</c:v>
                </c:pt>
                <c:pt idx="405">
                  <c:v>28.63</c:v>
                </c:pt>
                <c:pt idx="406">
                  <c:v>25.331</c:v>
                </c:pt>
                <c:pt idx="407">
                  <c:v>22.449000000000002</c:v>
                </c:pt>
                <c:pt idx="408">
                  <c:v>21.238700000000001</c:v>
                </c:pt>
                <c:pt idx="409">
                  <c:v>21.697500000000002</c:v>
                </c:pt>
                <c:pt idx="410">
                  <c:v>21.872900000000001</c:v>
                </c:pt>
                <c:pt idx="411">
                  <c:v>22.426300000000001</c:v>
                </c:pt>
                <c:pt idx="412">
                  <c:v>25.487400000000001</c:v>
                </c:pt>
                <c:pt idx="413">
                  <c:v>28.643699999999999</c:v>
                </c:pt>
                <c:pt idx="414">
                  <c:v>29.4239</c:v>
                </c:pt>
                <c:pt idx="415">
                  <c:v>30.136800000000001</c:v>
                </c:pt>
                <c:pt idx="416">
                  <c:v>29.645700000000001</c:v>
                </c:pt>
                <c:pt idx="417">
                  <c:v>28.4848</c:v>
                </c:pt>
                <c:pt idx="418">
                  <c:v>25.089300000000001</c:v>
                </c:pt>
                <c:pt idx="419">
                  <c:v>23.444199999999999</c:v>
                </c:pt>
                <c:pt idx="420">
                  <c:v>22.185500000000001</c:v>
                </c:pt>
                <c:pt idx="421">
                  <c:v>21.493400000000001</c:v>
                </c:pt>
                <c:pt idx="422">
                  <c:v>22.4481</c:v>
                </c:pt>
                <c:pt idx="423">
                  <c:v>24.3703</c:v>
                </c:pt>
                <c:pt idx="424">
                  <c:v>26.056799999999999</c:v>
                </c:pt>
                <c:pt idx="425">
                  <c:v>28.024699999999999</c:v>
                </c:pt>
                <c:pt idx="426">
                  <c:v>29.346800000000002</c:v>
                </c:pt>
                <c:pt idx="427">
                  <c:v>29.896799999999999</c:v>
                </c:pt>
                <c:pt idx="428">
                  <c:v>29.404299999999999</c:v>
                </c:pt>
                <c:pt idx="429">
                  <c:v>26.901900000000001</c:v>
                </c:pt>
                <c:pt idx="430">
                  <c:v>25.4907</c:v>
                </c:pt>
                <c:pt idx="431">
                  <c:v>23.161000000000001</c:v>
                </c:pt>
                <c:pt idx="432">
                  <c:v>21.307700000000001</c:v>
                </c:pt>
                <c:pt idx="433">
                  <c:v>20.767900000000001</c:v>
                </c:pt>
                <c:pt idx="434">
                  <c:v>21.09</c:v>
                </c:pt>
                <c:pt idx="435">
                  <c:v>22.502300000000002</c:v>
                </c:pt>
                <c:pt idx="436">
                  <c:v>25.27</c:v>
                </c:pt>
                <c:pt idx="437">
                  <c:v>28.1633</c:v>
                </c:pt>
                <c:pt idx="438">
                  <c:v>29.365500000000001</c:v>
                </c:pt>
                <c:pt idx="439">
                  <c:v>30.482299999999999</c:v>
                </c:pt>
                <c:pt idx="440">
                  <c:v>29.763999999999999</c:v>
                </c:pt>
                <c:pt idx="441">
                  <c:v>27.795200000000001</c:v>
                </c:pt>
                <c:pt idx="442">
                  <c:v>24.901</c:v>
                </c:pt>
                <c:pt idx="443">
                  <c:v>23.8065</c:v>
                </c:pt>
                <c:pt idx="444">
                  <c:v>22.354500000000002</c:v>
                </c:pt>
                <c:pt idx="445">
                  <c:v>21.178599999999999</c:v>
                </c:pt>
                <c:pt idx="446">
                  <c:v>21.3565</c:v>
                </c:pt>
                <c:pt idx="447">
                  <c:v>22.808299999999999</c:v>
                </c:pt>
                <c:pt idx="448">
                  <c:v>26.600300000000001</c:v>
                </c:pt>
                <c:pt idx="449">
                  <c:v>29.168299999999999</c:v>
                </c:pt>
                <c:pt idx="450">
                  <c:v>29.919699999999999</c:v>
                </c:pt>
                <c:pt idx="451">
                  <c:v>29.732299999999999</c:v>
                </c:pt>
                <c:pt idx="452">
                  <c:v>29.479700000000001</c:v>
                </c:pt>
                <c:pt idx="453">
                  <c:v>27.611899999999999</c:v>
                </c:pt>
                <c:pt idx="454">
                  <c:v>25.38</c:v>
                </c:pt>
                <c:pt idx="455">
                  <c:v>24.0303</c:v>
                </c:pt>
                <c:pt idx="456">
                  <c:v>23.1906</c:v>
                </c:pt>
                <c:pt idx="457">
                  <c:v>22.26</c:v>
                </c:pt>
                <c:pt idx="458">
                  <c:v>22.645800000000001</c:v>
                </c:pt>
                <c:pt idx="459">
                  <c:v>23.7987</c:v>
                </c:pt>
                <c:pt idx="460">
                  <c:v>25.545200000000001</c:v>
                </c:pt>
                <c:pt idx="461">
                  <c:v>28.8933</c:v>
                </c:pt>
                <c:pt idx="462">
                  <c:v>30.4923</c:v>
                </c:pt>
                <c:pt idx="463">
                  <c:v>30.718699999999998</c:v>
                </c:pt>
                <c:pt idx="464">
                  <c:v>30.376300000000001</c:v>
                </c:pt>
                <c:pt idx="465">
                  <c:v>28.636800000000001</c:v>
                </c:pt>
                <c:pt idx="466">
                  <c:v>25.721699999999998</c:v>
                </c:pt>
                <c:pt idx="467">
                  <c:v>23.537700000000001</c:v>
                </c:pt>
                <c:pt idx="468">
                  <c:v>21.467099999999999</c:v>
                </c:pt>
                <c:pt idx="469">
                  <c:v>20.91</c:v>
                </c:pt>
                <c:pt idx="470">
                  <c:v>22.020299999999999</c:v>
                </c:pt>
                <c:pt idx="471">
                  <c:v>23.145299999999999</c:v>
                </c:pt>
                <c:pt idx="472">
                  <c:v>26.398099999999999</c:v>
                </c:pt>
                <c:pt idx="473">
                  <c:v>29.316299999999998</c:v>
                </c:pt>
                <c:pt idx="474">
                  <c:v>29.930299999999999</c:v>
                </c:pt>
                <c:pt idx="475">
                  <c:v>30.888100000000001</c:v>
                </c:pt>
                <c:pt idx="476">
                  <c:v>29.393000000000001</c:v>
                </c:pt>
                <c:pt idx="477">
                  <c:v>28.0684</c:v>
                </c:pt>
                <c:pt idx="478">
                  <c:v>26.882000000000001</c:v>
                </c:pt>
                <c:pt idx="479">
                  <c:v>24.9026</c:v>
                </c:pt>
                <c:pt idx="480">
                  <c:v>22.984500000000001</c:v>
                </c:pt>
                <c:pt idx="481">
                  <c:v>22.301100000000002</c:v>
                </c:pt>
                <c:pt idx="482">
                  <c:v>21.941600000000001</c:v>
                </c:pt>
                <c:pt idx="483">
                  <c:v>23.406300000000002</c:v>
                </c:pt>
                <c:pt idx="484">
                  <c:v>26.1219</c:v>
                </c:pt>
                <c:pt idx="485">
                  <c:v>29.158300000000001</c:v>
                </c:pt>
                <c:pt idx="486">
                  <c:v>30.131599999999999</c:v>
                </c:pt>
                <c:pt idx="487">
                  <c:v>30.882300000000001</c:v>
                </c:pt>
                <c:pt idx="488">
                  <c:v>30.018999999999998</c:v>
                </c:pt>
                <c:pt idx="489">
                  <c:v>28.415199999999999</c:v>
                </c:pt>
                <c:pt idx="490">
                  <c:v>25.809000000000001</c:v>
                </c:pt>
              </c:numCache>
            </c:numRef>
          </c:yVal>
          <c:smooth val="1"/>
        </c:ser>
        <c:dLbls>
          <c:showLegendKey val="0"/>
          <c:showVal val="0"/>
          <c:showCatName val="0"/>
          <c:showSerName val="0"/>
          <c:showPercent val="0"/>
          <c:showBubbleSize val="0"/>
        </c:dLbls>
        <c:axId val="390362280"/>
        <c:axId val="390359536"/>
      </c:scatterChart>
      <c:valAx>
        <c:axId val="390359536"/>
        <c:scaling>
          <c:orientation val="minMax"/>
          <c:max val="33"/>
          <c:min val="15"/>
        </c:scaling>
        <c:delete val="0"/>
        <c:axPos val="l"/>
        <c:majorGridlines>
          <c:spPr>
            <a:ln w="9525">
              <a:solidFill>
                <a:srgbClr val="D7E2E7"/>
              </a:solidFill>
            </a:ln>
          </c:spPr>
        </c:majorGridlines>
        <c:title>
          <c:tx>
            <c:rich>
              <a:bodyPr/>
              <a:lstStyle/>
              <a:p>
                <a:r>
                  <a:rPr lang="en-US" sz="1275">
                    <a:solidFill>
                      <a:srgbClr val="526C78"/>
                    </a:solidFill>
                    <a:latin typeface="DejaVu Sans"/>
                    <a:ea typeface="DejaVu Sans"/>
                    <a:cs typeface="DejaVu Sans"/>
                  </a:rPr>
                  <a:t>SST (°C)</a:t>
                </a:r>
              </a:p>
            </c:rich>
          </c:tx>
          <c:layout/>
          <c:overlay val="0"/>
        </c:title>
        <c:numFmt formatCode="0" sourceLinked="1"/>
        <c:majorTickMark val="none"/>
        <c:minorTickMark val="none"/>
        <c:tickLblPos val="nextTo"/>
        <c:spPr>
          <a:ln w="0">
            <a:noFill/>
          </a:ln>
        </c:spPr>
        <c:txPr>
          <a:bodyPr anchorCtr="1"/>
          <a:lstStyle/>
          <a:p>
            <a:pPr>
              <a:defRPr sz="1200">
                <a:solidFill>
                  <a:srgbClr val="526C78"/>
                </a:solidFill>
                <a:latin typeface="DejaVu Sans"/>
                <a:ea typeface="DejaVu Sans"/>
                <a:cs typeface="DejaVu Sans"/>
              </a:defRPr>
            </a:pPr>
            <a:endParaRPr lang="en-US"/>
          </a:p>
        </c:txPr>
        <c:crossAx val="390362280"/>
        <c:crossesAt val="15"/>
        <c:crossBetween val="midCat"/>
        <c:majorUnit val="3"/>
      </c:valAx>
      <c:valAx>
        <c:axId val="390362280"/>
        <c:scaling>
          <c:orientation val="minMax"/>
          <c:max val="2026"/>
          <c:min val="1985"/>
        </c:scaling>
        <c:delete val="0"/>
        <c:axPos val="b"/>
        <c:title>
          <c:tx>
            <c:rich>
              <a:bodyPr/>
              <a:lstStyle/>
              <a:p>
                <a:r>
                  <a:rPr lang="en-US" sz="1200">
                    <a:solidFill>
                      <a:srgbClr val="526C78"/>
                    </a:solidFill>
                    <a:latin typeface="DejaVu Sans"/>
                    <a:ea typeface="DejaVu Sans"/>
                    <a:cs typeface="DejaVu Sans"/>
                  </a:rPr>
                  <a:t>Year</a:t>
                </a:r>
              </a:p>
            </c:rich>
          </c:tx>
          <c:layout/>
          <c:overlay val="0"/>
        </c:title>
        <c:numFmt formatCode="General" sourceLinked="1"/>
        <c:majorTickMark val="none"/>
        <c:minorTickMark val="none"/>
        <c:tickLblPos val="nextTo"/>
        <c:spPr>
          <a:ln w="9525">
            <a:solidFill>
              <a:srgbClr val="D7E2E7"/>
            </a:solidFill>
          </a:ln>
        </c:spPr>
        <c:txPr>
          <a:bodyPr anchorCtr="1"/>
          <a:lstStyle/>
          <a:p>
            <a:pPr>
              <a:defRPr sz="1200">
                <a:solidFill>
                  <a:srgbClr val="526C78"/>
                </a:solidFill>
                <a:latin typeface="DejaVu Sans"/>
                <a:ea typeface="DejaVu Sans"/>
                <a:cs typeface="DejaVu Sans"/>
              </a:defRPr>
            </a:pPr>
            <a:endParaRPr lang="en-US"/>
          </a:p>
        </c:txPr>
        <c:crossAx val="390359536"/>
        <c:crossesAt val="1985"/>
        <c:crossBetween val="midCat"/>
        <c:majorUnit val="5"/>
      </c:valAx>
      <c:spPr>
        <a:solidFill>
          <a:srgbClr val="FFFFFF"/>
        </a:solidFill>
      </c:spPr>
    </c:plotArea>
    <c:legend>
      <c:legendPos val="b"/>
      <c:layout/>
      <c:overlay val="0"/>
      <c:txPr>
        <a:bodyPr anchorCtr="1"/>
        <a:lstStyle/>
        <a:p>
          <a:pPr>
            <a:defRPr sz="1275">
              <a:solidFill>
                <a:srgbClr val="526C78"/>
              </a:solidFill>
              <a:latin typeface="DejaVu Sans"/>
              <a:ea typeface="DejaVu Sans"/>
              <a:cs typeface="DejaVu Sans"/>
            </a:defRPr>
          </a:pPr>
          <a:endParaRPr lang="en-US"/>
        </a:p>
      </c:txPr>
    </c:legend>
    <c:plotVisOnly val="1"/>
    <c:dispBlanksAs val="gap"/>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roundedCorners val="1"/>
  <c:style val="2"/>
  <c:chart>
    <c:title>
      <c:tx>
        <c:rich>
          <a:bodyPr/>
          <a:lstStyle/>
          <a:p>
            <a:r>
              <a:rPr lang="en-US" sz="1650" b="1">
                <a:solidFill>
                  <a:srgbClr val="183A4C"/>
                </a:solidFill>
                <a:latin typeface="DejaVu Sans"/>
                <a:ea typeface="DejaVu Sans"/>
                <a:cs typeface="DejaVu Sans"/>
              </a:rPr>
              <a:t>Florida Keys monthly SST, January 1985–August 2026</a:t>
            </a:r>
          </a:p>
        </c:rich>
      </c:tx>
      <c:layout/>
      <c:overlay val="0"/>
    </c:title>
    <c:autoTitleDeleted val="0"/>
    <c:plotArea>
      <c:layout/>
      <c:scatterChart>
        <c:scatterStyle val="lineMarker"/>
        <c:varyColors val="0"/>
        <c:ser>
          <c:idx val="0"/>
          <c:order val="0"/>
          <c:tx>
            <c:v>Boundary mean SST</c:v>
          </c:tx>
          <c:spPr>
            <a:ln w="19050">
              <a:solidFill>
                <a:srgbClr val="007F86"/>
              </a:solidFill>
              <a:prstDash val="solid"/>
            </a:ln>
          </c:spPr>
          <c:marker>
            <c:symbol val="none"/>
          </c:marker>
          <c:xVal>
            <c:numRef>
              <c:f>'Chart Data'!$A$2:$A$501</c:f>
              <c:numCache>
                <c:formatCode>General</c:formatCode>
                <c:ptCount val="500"/>
                <c:pt idx="0">
                  <c:v>1985</c:v>
                </c:pt>
                <c:pt idx="1">
                  <c:v>1985.083333</c:v>
                </c:pt>
                <c:pt idx="2">
                  <c:v>1985.166667</c:v>
                </c:pt>
                <c:pt idx="3">
                  <c:v>1985.25</c:v>
                </c:pt>
                <c:pt idx="4">
                  <c:v>1985.333333</c:v>
                </c:pt>
                <c:pt idx="5">
                  <c:v>1985.416667</c:v>
                </c:pt>
                <c:pt idx="6">
                  <c:v>1985.5</c:v>
                </c:pt>
                <c:pt idx="7">
                  <c:v>1985.583333</c:v>
                </c:pt>
                <c:pt idx="8">
                  <c:v>1985.666667</c:v>
                </c:pt>
                <c:pt idx="9">
                  <c:v>1985.75</c:v>
                </c:pt>
                <c:pt idx="10">
                  <c:v>1985.833333</c:v>
                </c:pt>
                <c:pt idx="11">
                  <c:v>1985.916667</c:v>
                </c:pt>
                <c:pt idx="12">
                  <c:v>1986</c:v>
                </c:pt>
                <c:pt idx="13">
                  <c:v>1986.083333</c:v>
                </c:pt>
                <c:pt idx="14">
                  <c:v>1986.166667</c:v>
                </c:pt>
                <c:pt idx="15">
                  <c:v>1986.25</c:v>
                </c:pt>
                <c:pt idx="16">
                  <c:v>1986.333333</c:v>
                </c:pt>
                <c:pt idx="17">
                  <c:v>1986.416667</c:v>
                </c:pt>
                <c:pt idx="18">
                  <c:v>1986.5</c:v>
                </c:pt>
                <c:pt idx="19">
                  <c:v>1986.583333</c:v>
                </c:pt>
                <c:pt idx="20">
                  <c:v>1986.666667</c:v>
                </c:pt>
                <c:pt idx="21">
                  <c:v>1986.75</c:v>
                </c:pt>
                <c:pt idx="22">
                  <c:v>1986.833333</c:v>
                </c:pt>
                <c:pt idx="23">
                  <c:v>1986.916667</c:v>
                </c:pt>
                <c:pt idx="24">
                  <c:v>1987</c:v>
                </c:pt>
                <c:pt idx="25">
                  <c:v>1987.083333</c:v>
                </c:pt>
                <c:pt idx="26">
                  <c:v>1987.166667</c:v>
                </c:pt>
                <c:pt idx="27">
                  <c:v>1987.25</c:v>
                </c:pt>
                <c:pt idx="28">
                  <c:v>1987.333333</c:v>
                </c:pt>
                <c:pt idx="29">
                  <c:v>1987.416667</c:v>
                </c:pt>
                <c:pt idx="30">
                  <c:v>1987.5</c:v>
                </c:pt>
                <c:pt idx="31">
                  <c:v>1987.583333</c:v>
                </c:pt>
                <c:pt idx="32">
                  <c:v>1987.666667</c:v>
                </c:pt>
                <c:pt idx="33">
                  <c:v>1987.75</c:v>
                </c:pt>
                <c:pt idx="34">
                  <c:v>1987.833333</c:v>
                </c:pt>
                <c:pt idx="35">
                  <c:v>1987.916667</c:v>
                </c:pt>
                <c:pt idx="36">
                  <c:v>1988</c:v>
                </c:pt>
                <c:pt idx="37">
                  <c:v>1988.083333</c:v>
                </c:pt>
                <c:pt idx="38">
                  <c:v>1988.166667</c:v>
                </c:pt>
                <c:pt idx="39">
                  <c:v>1988.25</c:v>
                </c:pt>
                <c:pt idx="40">
                  <c:v>1988.333333</c:v>
                </c:pt>
                <c:pt idx="41">
                  <c:v>1988.416667</c:v>
                </c:pt>
                <c:pt idx="42">
                  <c:v>1988.5</c:v>
                </c:pt>
                <c:pt idx="43">
                  <c:v>1988.583333</c:v>
                </c:pt>
                <c:pt idx="44">
                  <c:v>1988.666667</c:v>
                </c:pt>
                <c:pt idx="45">
                  <c:v>1988.75</c:v>
                </c:pt>
                <c:pt idx="46">
                  <c:v>1988.833333</c:v>
                </c:pt>
                <c:pt idx="47">
                  <c:v>1988.916667</c:v>
                </c:pt>
                <c:pt idx="48">
                  <c:v>1989</c:v>
                </c:pt>
                <c:pt idx="49">
                  <c:v>1989.083333</c:v>
                </c:pt>
                <c:pt idx="50">
                  <c:v>1989.166667</c:v>
                </c:pt>
                <c:pt idx="51">
                  <c:v>1989.25</c:v>
                </c:pt>
                <c:pt idx="52">
                  <c:v>1989.333333</c:v>
                </c:pt>
                <c:pt idx="53">
                  <c:v>1989.416667</c:v>
                </c:pt>
                <c:pt idx="54">
                  <c:v>1989.5</c:v>
                </c:pt>
                <c:pt idx="55">
                  <c:v>1989.583333</c:v>
                </c:pt>
                <c:pt idx="56">
                  <c:v>1989.666667</c:v>
                </c:pt>
                <c:pt idx="57">
                  <c:v>1989.75</c:v>
                </c:pt>
                <c:pt idx="58">
                  <c:v>1989.833333</c:v>
                </c:pt>
                <c:pt idx="59">
                  <c:v>1989.916667</c:v>
                </c:pt>
                <c:pt idx="60">
                  <c:v>1990</c:v>
                </c:pt>
                <c:pt idx="61">
                  <c:v>1990.083333</c:v>
                </c:pt>
                <c:pt idx="62">
                  <c:v>1990.166667</c:v>
                </c:pt>
                <c:pt idx="63">
                  <c:v>1990.25</c:v>
                </c:pt>
                <c:pt idx="64">
                  <c:v>1990.333333</c:v>
                </c:pt>
                <c:pt idx="65">
                  <c:v>1990.416667</c:v>
                </c:pt>
                <c:pt idx="66">
                  <c:v>1990.5</c:v>
                </c:pt>
                <c:pt idx="67">
                  <c:v>1990.583333</c:v>
                </c:pt>
                <c:pt idx="68">
                  <c:v>1990.666667</c:v>
                </c:pt>
                <c:pt idx="69">
                  <c:v>1990.75</c:v>
                </c:pt>
                <c:pt idx="70">
                  <c:v>1990.833333</c:v>
                </c:pt>
                <c:pt idx="71">
                  <c:v>1990.916667</c:v>
                </c:pt>
                <c:pt idx="72">
                  <c:v>1991</c:v>
                </c:pt>
                <c:pt idx="73">
                  <c:v>1991.083333</c:v>
                </c:pt>
                <c:pt idx="74">
                  <c:v>1991.166667</c:v>
                </c:pt>
                <c:pt idx="75">
                  <c:v>1991.25</c:v>
                </c:pt>
                <c:pt idx="76">
                  <c:v>1991.333333</c:v>
                </c:pt>
                <c:pt idx="77">
                  <c:v>1991.416667</c:v>
                </c:pt>
                <c:pt idx="78">
                  <c:v>1991.5</c:v>
                </c:pt>
                <c:pt idx="79">
                  <c:v>1991.583333</c:v>
                </c:pt>
                <c:pt idx="80">
                  <c:v>1991.666667</c:v>
                </c:pt>
                <c:pt idx="81">
                  <c:v>1991.75</c:v>
                </c:pt>
                <c:pt idx="82">
                  <c:v>1991.833333</c:v>
                </c:pt>
                <c:pt idx="83">
                  <c:v>1991.916667</c:v>
                </c:pt>
                <c:pt idx="84">
                  <c:v>1992</c:v>
                </c:pt>
                <c:pt idx="85">
                  <c:v>1992.083333</c:v>
                </c:pt>
                <c:pt idx="86">
                  <c:v>1992.166667</c:v>
                </c:pt>
                <c:pt idx="87">
                  <c:v>1992.25</c:v>
                </c:pt>
                <c:pt idx="88">
                  <c:v>1992.333333</c:v>
                </c:pt>
                <c:pt idx="89">
                  <c:v>1992.416667</c:v>
                </c:pt>
                <c:pt idx="90">
                  <c:v>1992.5</c:v>
                </c:pt>
                <c:pt idx="91">
                  <c:v>1992.583333</c:v>
                </c:pt>
                <c:pt idx="92">
                  <c:v>1992.666667</c:v>
                </c:pt>
                <c:pt idx="93">
                  <c:v>1992.75</c:v>
                </c:pt>
                <c:pt idx="94">
                  <c:v>1992.833333</c:v>
                </c:pt>
                <c:pt idx="95">
                  <c:v>1992.916667</c:v>
                </c:pt>
                <c:pt idx="96">
                  <c:v>1993</c:v>
                </c:pt>
                <c:pt idx="97">
                  <c:v>1993.083333</c:v>
                </c:pt>
                <c:pt idx="98">
                  <c:v>1993.166667</c:v>
                </c:pt>
                <c:pt idx="99">
                  <c:v>1993.25</c:v>
                </c:pt>
                <c:pt idx="100">
                  <c:v>1993.333333</c:v>
                </c:pt>
                <c:pt idx="101">
                  <c:v>1993.416667</c:v>
                </c:pt>
                <c:pt idx="102">
                  <c:v>1993.5</c:v>
                </c:pt>
                <c:pt idx="103">
                  <c:v>1993.583333</c:v>
                </c:pt>
                <c:pt idx="104">
                  <c:v>1993.666667</c:v>
                </c:pt>
                <c:pt idx="105">
                  <c:v>1993.75</c:v>
                </c:pt>
                <c:pt idx="106">
                  <c:v>1993.833333</c:v>
                </c:pt>
                <c:pt idx="107">
                  <c:v>1993.916667</c:v>
                </c:pt>
                <c:pt idx="108">
                  <c:v>1994</c:v>
                </c:pt>
                <c:pt idx="109">
                  <c:v>1994.083333</c:v>
                </c:pt>
                <c:pt idx="110">
                  <c:v>1994.166667</c:v>
                </c:pt>
                <c:pt idx="111">
                  <c:v>1994.25</c:v>
                </c:pt>
                <c:pt idx="112">
                  <c:v>1994.333333</c:v>
                </c:pt>
                <c:pt idx="113">
                  <c:v>1994.416667</c:v>
                </c:pt>
                <c:pt idx="114">
                  <c:v>1994.5</c:v>
                </c:pt>
                <c:pt idx="115">
                  <c:v>1994.583333</c:v>
                </c:pt>
                <c:pt idx="116">
                  <c:v>1994.666667</c:v>
                </c:pt>
                <c:pt idx="117">
                  <c:v>1994.75</c:v>
                </c:pt>
                <c:pt idx="118">
                  <c:v>1994.833333</c:v>
                </c:pt>
                <c:pt idx="119">
                  <c:v>1994.916667</c:v>
                </c:pt>
                <c:pt idx="120">
                  <c:v>1995</c:v>
                </c:pt>
                <c:pt idx="121">
                  <c:v>1995.083333</c:v>
                </c:pt>
                <c:pt idx="122">
                  <c:v>1995.166667</c:v>
                </c:pt>
                <c:pt idx="123">
                  <c:v>1995.25</c:v>
                </c:pt>
                <c:pt idx="124">
                  <c:v>1995.333333</c:v>
                </c:pt>
                <c:pt idx="125">
                  <c:v>1995.416667</c:v>
                </c:pt>
                <c:pt idx="126">
                  <c:v>1995.5</c:v>
                </c:pt>
                <c:pt idx="127">
                  <c:v>1995.583333</c:v>
                </c:pt>
                <c:pt idx="128">
                  <c:v>1995.666667</c:v>
                </c:pt>
                <c:pt idx="129">
                  <c:v>1995.75</c:v>
                </c:pt>
                <c:pt idx="130">
                  <c:v>1995.833333</c:v>
                </c:pt>
                <c:pt idx="131">
                  <c:v>1995.916667</c:v>
                </c:pt>
                <c:pt idx="132">
                  <c:v>1996</c:v>
                </c:pt>
                <c:pt idx="133">
                  <c:v>1996.083333</c:v>
                </c:pt>
                <c:pt idx="134">
                  <c:v>1996.166667</c:v>
                </c:pt>
                <c:pt idx="135">
                  <c:v>1996.25</c:v>
                </c:pt>
                <c:pt idx="136">
                  <c:v>1996.333333</c:v>
                </c:pt>
                <c:pt idx="137">
                  <c:v>1996.416667</c:v>
                </c:pt>
                <c:pt idx="138">
                  <c:v>1996.5</c:v>
                </c:pt>
                <c:pt idx="139">
                  <c:v>1996.583333</c:v>
                </c:pt>
                <c:pt idx="140">
                  <c:v>1996.666667</c:v>
                </c:pt>
                <c:pt idx="141">
                  <c:v>1996.75</c:v>
                </c:pt>
                <c:pt idx="142">
                  <c:v>1996.833333</c:v>
                </c:pt>
                <c:pt idx="143">
                  <c:v>1996.916667</c:v>
                </c:pt>
                <c:pt idx="144">
                  <c:v>1997</c:v>
                </c:pt>
                <c:pt idx="145">
                  <c:v>1997.083333</c:v>
                </c:pt>
                <c:pt idx="146">
                  <c:v>1997.166667</c:v>
                </c:pt>
                <c:pt idx="147">
                  <c:v>1997.25</c:v>
                </c:pt>
                <c:pt idx="148">
                  <c:v>1997.333333</c:v>
                </c:pt>
                <c:pt idx="149">
                  <c:v>1997.416667</c:v>
                </c:pt>
                <c:pt idx="150">
                  <c:v>1997.5</c:v>
                </c:pt>
                <c:pt idx="151">
                  <c:v>1997.583333</c:v>
                </c:pt>
                <c:pt idx="152">
                  <c:v>1997.666667</c:v>
                </c:pt>
                <c:pt idx="153">
                  <c:v>1997.75</c:v>
                </c:pt>
                <c:pt idx="154">
                  <c:v>1997.833333</c:v>
                </c:pt>
                <c:pt idx="155">
                  <c:v>1997.916667</c:v>
                </c:pt>
                <c:pt idx="156">
                  <c:v>1998</c:v>
                </c:pt>
                <c:pt idx="157">
                  <c:v>1998.083333</c:v>
                </c:pt>
                <c:pt idx="158">
                  <c:v>1998.166667</c:v>
                </c:pt>
                <c:pt idx="159">
                  <c:v>1998.25</c:v>
                </c:pt>
                <c:pt idx="160">
                  <c:v>1998.333333</c:v>
                </c:pt>
                <c:pt idx="161">
                  <c:v>1998.416667</c:v>
                </c:pt>
                <c:pt idx="162">
                  <c:v>1998.5</c:v>
                </c:pt>
                <c:pt idx="163">
                  <c:v>1998.583333</c:v>
                </c:pt>
                <c:pt idx="164">
                  <c:v>1998.666667</c:v>
                </c:pt>
                <c:pt idx="165">
                  <c:v>1998.75</c:v>
                </c:pt>
                <c:pt idx="166">
                  <c:v>1998.833333</c:v>
                </c:pt>
                <c:pt idx="167">
                  <c:v>1998.916667</c:v>
                </c:pt>
                <c:pt idx="168">
                  <c:v>1999</c:v>
                </c:pt>
                <c:pt idx="169">
                  <c:v>1999.083333</c:v>
                </c:pt>
                <c:pt idx="170">
                  <c:v>1999.166667</c:v>
                </c:pt>
                <c:pt idx="171">
                  <c:v>1999.25</c:v>
                </c:pt>
                <c:pt idx="172">
                  <c:v>1999.333333</c:v>
                </c:pt>
                <c:pt idx="173">
                  <c:v>1999.416667</c:v>
                </c:pt>
                <c:pt idx="174">
                  <c:v>1999.5</c:v>
                </c:pt>
                <c:pt idx="175">
                  <c:v>1999.583333</c:v>
                </c:pt>
                <c:pt idx="176">
                  <c:v>1999.666667</c:v>
                </c:pt>
                <c:pt idx="177">
                  <c:v>1999.75</c:v>
                </c:pt>
                <c:pt idx="178">
                  <c:v>1999.833333</c:v>
                </c:pt>
                <c:pt idx="179">
                  <c:v>1999.916667</c:v>
                </c:pt>
                <c:pt idx="180">
                  <c:v>2000</c:v>
                </c:pt>
                <c:pt idx="181">
                  <c:v>2000.083333</c:v>
                </c:pt>
                <c:pt idx="182">
                  <c:v>2000.166667</c:v>
                </c:pt>
                <c:pt idx="183">
                  <c:v>2000.25</c:v>
                </c:pt>
                <c:pt idx="184">
                  <c:v>2000.333333</c:v>
                </c:pt>
                <c:pt idx="185">
                  <c:v>2000.416667</c:v>
                </c:pt>
                <c:pt idx="186">
                  <c:v>2000.5</c:v>
                </c:pt>
                <c:pt idx="187">
                  <c:v>2000.583333</c:v>
                </c:pt>
                <c:pt idx="188">
                  <c:v>2000.666667</c:v>
                </c:pt>
                <c:pt idx="189">
                  <c:v>2000.75</c:v>
                </c:pt>
                <c:pt idx="190">
                  <c:v>2000.833333</c:v>
                </c:pt>
                <c:pt idx="191">
                  <c:v>2000.916667</c:v>
                </c:pt>
                <c:pt idx="192">
                  <c:v>2001</c:v>
                </c:pt>
                <c:pt idx="193">
                  <c:v>2001.083333</c:v>
                </c:pt>
                <c:pt idx="194">
                  <c:v>2001.166667</c:v>
                </c:pt>
                <c:pt idx="195">
                  <c:v>2001.25</c:v>
                </c:pt>
                <c:pt idx="196">
                  <c:v>2001.333333</c:v>
                </c:pt>
                <c:pt idx="197">
                  <c:v>2001.416667</c:v>
                </c:pt>
                <c:pt idx="198">
                  <c:v>2001.5</c:v>
                </c:pt>
                <c:pt idx="199">
                  <c:v>2001.583333</c:v>
                </c:pt>
                <c:pt idx="200">
                  <c:v>2001.666667</c:v>
                </c:pt>
                <c:pt idx="201">
                  <c:v>2001.75</c:v>
                </c:pt>
                <c:pt idx="202">
                  <c:v>2001.833333</c:v>
                </c:pt>
                <c:pt idx="203">
                  <c:v>2001.916667</c:v>
                </c:pt>
                <c:pt idx="204">
                  <c:v>2002</c:v>
                </c:pt>
                <c:pt idx="205">
                  <c:v>2002.083333</c:v>
                </c:pt>
                <c:pt idx="206">
                  <c:v>2002.166667</c:v>
                </c:pt>
                <c:pt idx="207">
                  <c:v>2002.25</c:v>
                </c:pt>
                <c:pt idx="208">
                  <c:v>2002.333333</c:v>
                </c:pt>
                <c:pt idx="209">
                  <c:v>2002.416667</c:v>
                </c:pt>
                <c:pt idx="210">
                  <c:v>2002.5</c:v>
                </c:pt>
                <c:pt idx="211">
                  <c:v>2002.583333</c:v>
                </c:pt>
                <c:pt idx="212">
                  <c:v>2002.666667</c:v>
                </c:pt>
                <c:pt idx="213">
                  <c:v>2002.75</c:v>
                </c:pt>
                <c:pt idx="214">
                  <c:v>2002.833333</c:v>
                </c:pt>
                <c:pt idx="215">
                  <c:v>2002.916667</c:v>
                </c:pt>
                <c:pt idx="216">
                  <c:v>2003</c:v>
                </c:pt>
                <c:pt idx="217">
                  <c:v>2003.083333</c:v>
                </c:pt>
                <c:pt idx="218">
                  <c:v>2003.166667</c:v>
                </c:pt>
                <c:pt idx="219">
                  <c:v>2003.25</c:v>
                </c:pt>
                <c:pt idx="220">
                  <c:v>2003.333333</c:v>
                </c:pt>
                <c:pt idx="221">
                  <c:v>2003.416667</c:v>
                </c:pt>
                <c:pt idx="222">
                  <c:v>2003.5</c:v>
                </c:pt>
                <c:pt idx="223">
                  <c:v>2003.583333</c:v>
                </c:pt>
                <c:pt idx="224">
                  <c:v>2003.666667</c:v>
                </c:pt>
                <c:pt idx="225">
                  <c:v>2003.75</c:v>
                </c:pt>
                <c:pt idx="226">
                  <c:v>2003.833333</c:v>
                </c:pt>
                <c:pt idx="227">
                  <c:v>2003.916667</c:v>
                </c:pt>
                <c:pt idx="228">
                  <c:v>2004</c:v>
                </c:pt>
                <c:pt idx="229">
                  <c:v>2004.083333</c:v>
                </c:pt>
                <c:pt idx="230">
                  <c:v>2004.166667</c:v>
                </c:pt>
                <c:pt idx="231">
                  <c:v>2004.25</c:v>
                </c:pt>
                <c:pt idx="232">
                  <c:v>2004.333333</c:v>
                </c:pt>
                <c:pt idx="233">
                  <c:v>2004.416667</c:v>
                </c:pt>
                <c:pt idx="234">
                  <c:v>2004.5</c:v>
                </c:pt>
                <c:pt idx="235">
                  <c:v>2004.583333</c:v>
                </c:pt>
                <c:pt idx="236">
                  <c:v>2004.666667</c:v>
                </c:pt>
                <c:pt idx="237">
                  <c:v>2004.75</c:v>
                </c:pt>
                <c:pt idx="238">
                  <c:v>2004.833333</c:v>
                </c:pt>
                <c:pt idx="239">
                  <c:v>2004.916667</c:v>
                </c:pt>
                <c:pt idx="240">
                  <c:v>2005</c:v>
                </c:pt>
                <c:pt idx="241">
                  <c:v>2005.083333</c:v>
                </c:pt>
                <c:pt idx="242">
                  <c:v>2005.166667</c:v>
                </c:pt>
                <c:pt idx="243">
                  <c:v>2005.25</c:v>
                </c:pt>
                <c:pt idx="244">
                  <c:v>2005.333333</c:v>
                </c:pt>
                <c:pt idx="245">
                  <c:v>2005.416667</c:v>
                </c:pt>
                <c:pt idx="246">
                  <c:v>2005.5</c:v>
                </c:pt>
                <c:pt idx="247">
                  <c:v>2005.583333</c:v>
                </c:pt>
                <c:pt idx="248">
                  <c:v>2005.666667</c:v>
                </c:pt>
                <c:pt idx="249">
                  <c:v>2005.75</c:v>
                </c:pt>
                <c:pt idx="250">
                  <c:v>2005.833333</c:v>
                </c:pt>
                <c:pt idx="251">
                  <c:v>2005.916667</c:v>
                </c:pt>
                <c:pt idx="252">
                  <c:v>2006</c:v>
                </c:pt>
                <c:pt idx="253">
                  <c:v>2006.083333</c:v>
                </c:pt>
                <c:pt idx="254">
                  <c:v>2006.166667</c:v>
                </c:pt>
                <c:pt idx="255">
                  <c:v>2006.25</c:v>
                </c:pt>
                <c:pt idx="256">
                  <c:v>2006.333333</c:v>
                </c:pt>
                <c:pt idx="257">
                  <c:v>2006.416667</c:v>
                </c:pt>
                <c:pt idx="258">
                  <c:v>2006.5</c:v>
                </c:pt>
                <c:pt idx="259">
                  <c:v>2006.583333</c:v>
                </c:pt>
                <c:pt idx="260">
                  <c:v>2006.666667</c:v>
                </c:pt>
                <c:pt idx="261">
                  <c:v>2006.75</c:v>
                </c:pt>
                <c:pt idx="262">
                  <c:v>2006.833333</c:v>
                </c:pt>
                <c:pt idx="263">
                  <c:v>2006.916667</c:v>
                </c:pt>
                <c:pt idx="264">
                  <c:v>2007</c:v>
                </c:pt>
                <c:pt idx="265">
                  <c:v>2007.083333</c:v>
                </c:pt>
                <c:pt idx="266">
                  <c:v>2007.166667</c:v>
                </c:pt>
                <c:pt idx="267">
                  <c:v>2007.25</c:v>
                </c:pt>
                <c:pt idx="268">
                  <c:v>2007.333333</c:v>
                </c:pt>
                <c:pt idx="269">
                  <c:v>2007.416667</c:v>
                </c:pt>
                <c:pt idx="270">
                  <c:v>2007.5</c:v>
                </c:pt>
                <c:pt idx="271">
                  <c:v>2007.583333</c:v>
                </c:pt>
                <c:pt idx="272">
                  <c:v>2007.666667</c:v>
                </c:pt>
                <c:pt idx="273">
                  <c:v>2007.75</c:v>
                </c:pt>
                <c:pt idx="274">
                  <c:v>2007.833333</c:v>
                </c:pt>
                <c:pt idx="275">
                  <c:v>2007.916667</c:v>
                </c:pt>
                <c:pt idx="276">
                  <c:v>2008</c:v>
                </c:pt>
                <c:pt idx="277">
                  <c:v>2008.083333</c:v>
                </c:pt>
                <c:pt idx="278">
                  <c:v>2008.166667</c:v>
                </c:pt>
                <c:pt idx="279">
                  <c:v>2008.25</c:v>
                </c:pt>
                <c:pt idx="280">
                  <c:v>2008.333333</c:v>
                </c:pt>
                <c:pt idx="281">
                  <c:v>2008.416667</c:v>
                </c:pt>
                <c:pt idx="282">
                  <c:v>2008.5</c:v>
                </c:pt>
                <c:pt idx="283">
                  <c:v>2008.583333</c:v>
                </c:pt>
                <c:pt idx="284">
                  <c:v>2008.666667</c:v>
                </c:pt>
                <c:pt idx="285">
                  <c:v>2008.75</c:v>
                </c:pt>
                <c:pt idx="286">
                  <c:v>2008.833333</c:v>
                </c:pt>
                <c:pt idx="287">
                  <c:v>2008.916667</c:v>
                </c:pt>
                <c:pt idx="288">
                  <c:v>2009</c:v>
                </c:pt>
                <c:pt idx="289">
                  <c:v>2009.083333</c:v>
                </c:pt>
                <c:pt idx="290">
                  <c:v>2009.166667</c:v>
                </c:pt>
                <c:pt idx="291">
                  <c:v>2009.25</c:v>
                </c:pt>
                <c:pt idx="292">
                  <c:v>2009.333333</c:v>
                </c:pt>
                <c:pt idx="293">
                  <c:v>2009.416667</c:v>
                </c:pt>
                <c:pt idx="294">
                  <c:v>2009.5</c:v>
                </c:pt>
                <c:pt idx="295">
                  <c:v>2009.583333</c:v>
                </c:pt>
                <c:pt idx="296">
                  <c:v>2009.666667</c:v>
                </c:pt>
                <c:pt idx="297">
                  <c:v>2009.75</c:v>
                </c:pt>
                <c:pt idx="298">
                  <c:v>2009.833333</c:v>
                </c:pt>
                <c:pt idx="299">
                  <c:v>2009.916667</c:v>
                </c:pt>
                <c:pt idx="300">
                  <c:v>2010</c:v>
                </c:pt>
                <c:pt idx="301">
                  <c:v>2010.083333</c:v>
                </c:pt>
                <c:pt idx="302">
                  <c:v>2010.166667</c:v>
                </c:pt>
                <c:pt idx="303">
                  <c:v>2010.25</c:v>
                </c:pt>
                <c:pt idx="304">
                  <c:v>2010.333333</c:v>
                </c:pt>
                <c:pt idx="305">
                  <c:v>2010.416667</c:v>
                </c:pt>
                <c:pt idx="306">
                  <c:v>2010.5</c:v>
                </c:pt>
                <c:pt idx="307">
                  <c:v>2010.583333</c:v>
                </c:pt>
                <c:pt idx="308">
                  <c:v>2010.666667</c:v>
                </c:pt>
                <c:pt idx="309">
                  <c:v>2010.75</c:v>
                </c:pt>
                <c:pt idx="310">
                  <c:v>2010.833333</c:v>
                </c:pt>
                <c:pt idx="311">
                  <c:v>2010.916667</c:v>
                </c:pt>
                <c:pt idx="312">
                  <c:v>2011</c:v>
                </c:pt>
                <c:pt idx="313">
                  <c:v>2011.083333</c:v>
                </c:pt>
                <c:pt idx="314">
                  <c:v>2011.166667</c:v>
                </c:pt>
                <c:pt idx="315">
                  <c:v>2011.25</c:v>
                </c:pt>
                <c:pt idx="316">
                  <c:v>2011.333333</c:v>
                </c:pt>
                <c:pt idx="317">
                  <c:v>2011.416667</c:v>
                </c:pt>
                <c:pt idx="318">
                  <c:v>2011.5</c:v>
                </c:pt>
                <c:pt idx="319">
                  <c:v>2011.583333</c:v>
                </c:pt>
                <c:pt idx="320">
                  <c:v>2011.666667</c:v>
                </c:pt>
                <c:pt idx="321">
                  <c:v>2011.75</c:v>
                </c:pt>
                <c:pt idx="322">
                  <c:v>2011.833333</c:v>
                </c:pt>
                <c:pt idx="323">
                  <c:v>2011.916667</c:v>
                </c:pt>
                <c:pt idx="324">
                  <c:v>2012</c:v>
                </c:pt>
                <c:pt idx="325">
                  <c:v>2012.083333</c:v>
                </c:pt>
                <c:pt idx="326">
                  <c:v>2012.166667</c:v>
                </c:pt>
                <c:pt idx="327">
                  <c:v>2012.25</c:v>
                </c:pt>
                <c:pt idx="328">
                  <c:v>2012.333333</c:v>
                </c:pt>
                <c:pt idx="329">
                  <c:v>2012.416667</c:v>
                </c:pt>
                <c:pt idx="330">
                  <c:v>2012.5</c:v>
                </c:pt>
                <c:pt idx="331">
                  <c:v>2012.583333</c:v>
                </c:pt>
                <c:pt idx="332">
                  <c:v>2012.666667</c:v>
                </c:pt>
                <c:pt idx="333">
                  <c:v>2012.75</c:v>
                </c:pt>
                <c:pt idx="334">
                  <c:v>2012.833333</c:v>
                </c:pt>
                <c:pt idx="335">
                  <c:v>2012.916667</c:v>
                </c:pt>
                <c:pt idx="336">
                  <c:v>2013</c:v>
                </c:pt>
                <c:pt idx="337">
                  <c:v>2013.083333</c:v>
                </c:pt>
                <c:pt idx="338">
                  <c:v>2013.166667</c:v>
                </c:pt>
                <c:pt idx="339">
                  <c:v>2013.25</c:v>
                </c:pt>
                <c:pt idx="340">
                  <c:v>2013.333333</c:v>
                </c:pt>
                <c:pt idx="341">
                  <c:v>2013.416667</c:v>
                </c:pt>
                <c:pt idx="342">
                  <c:v>2013.5</c:v>
                </c:pt>
                <c:pt idx="343">
                  <c:v>2013.583333</c:v>
                </c:pt>
                <c:pt idx="344">
                  <c:v>2013.666667</c:v>
                </c:pt>
                <c:pt idx="345">
                  <c:v>2013.75</c:v>
                </c:pt>
                <c:pt idx="346">
                  <c:v>2013.833333</c:v>
                </c:pt>
                <c:pt idx="347">
                  <c:v>2013.916667</c:v>
                </c:pt>
                <c:pt idx="348">
                  <c:v>2014</c:v>
                </c:pt>
                <c:pt idx="349">
                  <c:v>2014.083333</c:v>
                </c:pt>
                <c:pt idx="350">
                  <c:v>2014.166667</c:v>
                </c:pt>
                <c:pt idx="351">
                  <c:v>2014.25</c:v>
                </c:pt>
                <c:pt idx="352">
                  <c:v>2014.333333</c:v>
                </c:pt>
                <c:pt idx="353">
                  <c:v>2014.416667</c:v>
                </c:pt>
                <c:pt idx="354">
                  <c:v>2014.5</c:v>
                </c:pt>
                <c:pt idx="355">
                  <c:v>2014.583333</c:v>
                </c:pt>
                <c:pt idx="356">
                  <c:v>2014.666667</c:v>
                </c:pt>
                <c:pt idx="357">
                  <c:v>2014.75</c:v>
                </c:pt>
                <c:pt idx="358">
                  <c:v>2014.833333</c:v>
                </c:pt>
                <c:pt idx="359">
                  <c:v>2014.916667</c:v>
                </c:pt>
                <c:pt idx="360">
                  <c:v>2015</c:v>
                </c:pt>
                <c:pt idx="361">
                  <c:v>2015.083333</c:v>
                </c:pt>
                <c:pt idx="362">
                  <c:v>2015.166667</c:v>
                </c:pt>
                <c:pt idx="363">
                  <c:v>2015.25</c:v>
                </c:pt>
                <c:pt idx="364">
                  <c:v>2015.333333</c:v>
                </c:pt>
                <c:pt idx="365">
                  <c:v>2015.416667</c:v>
                </c:pt>
                <c:pt idx="366">
                  <c:v>2015.5</c:v>
                </c:pt>
                <c:pt idx="367">
                  <c:v>2015.583333</c:v>
                </c:pt>
                <c:pt idx="368">
                  <c:v>2015.666667</c:v>
                </c:pt>
                <c:pt idx="369">
                  <c:v>2015.75</c:v>
                </c:pt>
                <c:pt idx="370">
                  <c:v>2015.833333</c:v>
                </c:pt>
                <c:pt idx="371">
                  <c:v>2015.916667</c:v>
                </c:pt>
                <c:pt idx="372">
                  <c:v>2016</c:v>
                </c:pt>
                <c:pt idx="373">
                  <c:v>2016.083333</c:v>
                </c:pt>
                <c:pt idx="374">
                  <c:v>2016.166667</c:v>
                </c:pt>
                <c:pt idx="375">
                  <c:v>2016.25</c:v>
                </c:pt>
                <c:pt idx="376">
                  <c:v>2016.333333</c:v>
                </c:pt>
                <c:pt idx="377">
                  <c:v>2016.416667</c:v>
                </c:pt>
                <c:pt idx="378">
                  <c:v>2016.5</c:v>
                </c:pt>
                <c:pt idx="379">
                  <c:v>2016.583333</c:v>
                </c:pt>
                <c:pt idx="380">
                  <c:v>2016.666667</c:v>
                </c:pt>
                <c:pt idx="381">
                  <c:v>2016.75</c:v>
                </c:pt>
                <c:pt idx="382">
                  <c:v>2016.833333</c:v>
                </c:pt>
                <c:pt idx="383">
                  <c:v>2016.916667</c:v>
                </c:pt>
                <c:pt idx="384">
                  <c:v>2017</c:v>
                </c:pt>
                <c:pt idx="385">
                  <c:v>2017.083333</c:v>
                </c:pt>
                <c:pt idx="386">
                  <c:v>2017.166667</c:v>
                </c:pt>
                <c:pt idx="387">
                  <c:v>2017.25</c:v>
                </c:pt>
                <c:pt idx="388">
                  <c:v>2017.333333</c:v>
                </c:pt>
                <c:pt idx="389">
                  <c:v>2017.416667</c:v>
                </c:pt>
                <c:pt idx="390">
                  <c:v>2017.5</c:v>
                </c:pt>
                <c:pt idx="391">
                  <c:v>2017.583333</c:v>
                </c:pt>
                <c:pt idx="392">
                  <c:v>2017.666667</c:v>
                </c:pt>
                <c:pt idx="393">
                  <c:v>2017.75</c:v>
                </c:pt>
                <c:pt idx="394">
                  <c:v>2017.833333</c:v>
                </c:pt>
                <c:pt idx="395">
                  <c:v>2017.916667</c:v>
                </c:pt>
                <c:pt idx="396">
                  <c:v>2018</c:v>
                </c:pt>
                <c:pt idx="397">
                  <c:v>2018.083333</c:v>
                </c:pt>
                <c:pt idx="398">
                  <c:v>2018.166667</c:v>
                </c:pt>
                <c:pt idx="399">
                  <c:v>2018.25</c:v>
                </c:pt>
                <c:pt idx="400">
                  <c:v>2018.333333</c:v>
                </c:pt>
                <c:pt idx="401">
                  <c:v>2018.416667</c:v>
                </c:pt>
                <c:pt idx="402">
                  <c:v>2018.5</c:v>
                </c:pt>
                <c:pt idx="403">
                  <c:v>2018.583333</c:v>
                </c:pt>
                <c:pt idx="404">
                  <c:v>2018.666667</c:v>
                </c:pt>
                <c:pt idx="405">
                  <c:v>2018.75</c:v>
                </c:pt>
                <c:pt idx="406">
                  <c:v>2018.833333</c:v>
                </c:pt>
                <c:pt idx="407">
                  <c:v>2018.916667</c:v>
                </c:pt>
                <c:pt idx="408">
                  <c:v>2019</c:v>
                </c:pt>
                <c:pt idx="409">
                  <c:v>2019.083333</c:v>
                </c:pt>
                <c:pt idx="410">
                  <c:v>2019.166667</c:v>
                </c:pt>
                <c:pt idx="411">
                  <c:v>2019.25</c:v>
                </c:pt>
                <c:pt idx="412">
                  <c:v>2019.333333</c:v>
                </c:pt>
                <c:pt idx="413">
                  <c:v>2019.416667</c:v>
                </c:pt>
                <c:pt idx="414">
                  <c:v>2019.5</c:v>
                </c:pt>
                <c:pt idx="415">
                  <c:v>2019.583333</c:v>
                </c:pt>
                <c:pt idx="416">
                  <c:v>2019.666667</c:v>
                </c:pt>
                <c:pt idx="417">
                  <c:v>2019.75</c:v>
                </c:pt>
                <c:pt idx="418">
                  <c:v>2019.833333</c:v>
                </c:pt>
                <c:pt idx="419">
                  <c:v>2019.916667</c:v>
                </c:pt>
                <c:pt idx="420">
                  <c:v>2020</c:v>
                </c:pt>
                <c:pt idx="421">
                  <c:v>2020.083333</c:v>
                </c:pt>
                <c:pt idx="422">
                  <c:v>2020.166667</c:v>
                </c:pt>
                <c:pt idx="423">
                  <c:v>2020.25</c:v>
                </c:pt>
                <c:pt idx="424">
                  <c:v>2020.333333</c:v>
                </c:pt>
                <c:pt idx="425">
                  <c:v>2020.416667</c:v>
                </c:pt>
                <c:pt idx="426">
                  <c:v>2020.5</c:v>
                </c:pt>
                <c:pt idx="427">
                  <c:v>2020.583333</c:v>
                </c:pt>
                <c:pt idx="428">
                  <c:v>2020.666667</c:v>
                </c:pt>
                <c:pt idx="429">
                  <c:v>2020.75</c:v>
                </c:pt>
                <c:pt idx="430">
                  <c:v>2020.833333</c:v>
                </c:pt>
                <c:pt idx="431">
                  <c:v>2020.916667</c:v>
                </c:pt>
                <c:pt idx="432">
                  <c:v>2021</c:v>
                </c:pt>
                <c:pt idx="433">
                  <c:v>2021.083333</c:v>
                </c:pt>
                <c:pt idx="434">
                  <c:v>2021.166667</c:v>
                </c:pt>
                <c:pt idx="435">
                  <c:v>2021.25</c:v>
                </c:pt>
                <c:pt idx="436">
                  <c:v>2021.333333</c:v>
                </c:pt>
                <c:pt idx="437">
                  <c:v>2021.416667</c:v>
                </c:pt>
                <c:pt idx="438">
                  <c:v>2021.5</c:v>
                </c:pt>
                <c:pt idx="439">
                  <c:v>2021.583333</c:v>
                </c:pt>
                <c:pt idx="440">
                  <c:v>2021.666667</c:v>
                </c:pt>
                <c:pt idx="441">
                  <c:v>2021.75</c:v>
                </c:pt>
                <c:pt idx="442">
                  <c:v>2021.833333</c:v>
                </c:pt>
                <c:pt idx="443">
                  <c:v>2021.916667</c:v>
                </c:pt>
                <c:pt idx="444">
                  <c:v>2022</c:v>
                </c:pt>
                <c:pt idx="445">
                  <c:v>2022.083333</c:v>
                </c:pt>
                <c:pt idx="446">
                  <c:v>2022.166667</c:v>
                </c:pt>
                <c:pt idx="447">
                  <c:v>2022.25</c:v>
                </c:pt>
                <c:pt idx="448">
                  <c:v>2022.333333</c:v>
                </c:pt>
                <c:pt idx="449">
                  <c:v>2022.416667</c:v>
                </c:pt>
                <c:pt idx="450">
                  <c:v>2022.5</c:v>
                </c:pt>
                <c:pt idx="451">
                  <c:v>2022.583333</c:v>
                </c:pt>
                <c:pt idx="452">
                  <c:v>2022.666667</c:v>
                </c:pt>
                <c:pt idx="453">
                  <c:v>2022.75</c:v>
                </c:pt>
                <c:pt idx="454">
                  <c:v>2022.833333</c:v>
                </c:pt>
                <c:pt idx="455">
                  <c:v>2022.916667</c:v>
                </c:pt>
                <c:pt idx="456">
                  <c:v>2023</c:v>
                </c:pt>
                <c:pt idx="457">
                  <c:v>2023.083333</c:v>
                </c:pt>
                <c:pt idx="458">
                  <c:v>2023.166667</c:v>
                </c:pt>
                <c:pt idx="459">
                  <c:v>2023.25</c:v>
                </c:pt>
                <c:pt idx="460">
                  <c:v>2023.333333</c:v>
                </c:pt>
                <c:pt idx="461">
                  <c:v>2023.416667</c:v>
                </c:pt>
                <c:pt idx="462">
                  <c:v>2023.5</c:v>
                </c:pt>
                <c:pt idx="463">
                  <c:v>2023.583333</c:v>
                </c:pt>
                <c:pt idx="464">
                  <c:v>2023.666667</c:v>
                </c:pt>
                <c:pt idx="465">
                  <c:v>2023.75</c:v>
                </c:pt>
                <c:pt idx="466">
                  <c:v>2023.833333</c:v>
                </c:pt>
                <c:pt idx="467">
                  <c:v>2023.916667</c:v>
                </c:pt>
                <c:pt idx="468">
                  <c:v>2024</c:v>
                </c:pt>
                <c:pt idx="469">
                  <c:v>2024.083333</c:v>
                </c:pt>
                <c:pt idx="470">
                  <c:v>2024.166667</c:v>
                </c:pt>
                <c:pt idx="471">
                  <c:v>2024.25</c:v>
                </c:pt>
                <c:pt idx="472">
                  <c:v>2024.333333</c:v>
                </c:pt>
                <c:pt idx="473">
                  <c:v>2024.416667</c:v>
                </c:pt>
                <c:pt idx="474">
                  <c:v>2024.5</c:v>
                </c:pt>
                <c:pt idx="475">
                  <c:v>2024.583333</c:v>
                </c:pt>
                <c:pt idx="476">
                  <c:v>2024.666667</c:v>
                </c:pt>
                <c:pt idx="477">
                  <c:v>2024.75</c:v>
                </c:pt>
                <c:pt idx="478">
                  <c:v>2024.833333</c:v>
                </c:pt>
                <c:pt idx="479">
                  <c:v>2024.916667</c:v>
                </c:pt>
                <c:pt idx="480">
                  <c:v>2025</c:v>
                </c:pt>
                <c:pt idx="481">
                  <c:v>2025.083333</c:v>
                </c:pt>
                <c:pt idx="482">
                  <c:v>2025.166667</c:v>
                </c:pt>
                <c:pt idx="483">
                  <c:v>2025.25</c:v>
                </c:pt>
                <c:pt idx="484">
                  <c:v>2025.333333</c:v>
                </c:pt>
                <c:pt idx="485">
                  <c:v>2025.416667</c:v>
                </c:pt>
                <c:pt idx="486">
                  <c:v>2025.5</c:v>
                </c:pt>
                <c:pt idx="487">
                  <c:v>2025.583333</c:v>
                </c:pt>
                <c:pt idx="488">
                  <c:v>2025.666667</c:v>
                </c:pt>
                <c:pt idx="489">
                  <c:v>2025.75</c:v>
                </c:pt>
                <c:pt idx="490">
                  <c:v>2025.833333</c:v>
                </c:pt>
                <c:pt idx="491">
                  <c:v>2025.916667</c:v>
                </c:pt>
                <c:pt idx="492">
                  <c:v>2026</c:v>
                </c:pt>
                <c:pt idx="493">
                  <c:v>2026.083333</c:v>
                </c:pt>
                <c:pt idx="494">
                  <c:v>2026.166667</c:v>
                </c:pt>
                <c:pt idx="495">
                  <c:v>2026.25</c:v>
                </c:pt>
                <c:pt idx="496">
                  <c:v>2026.333333</c:v>
                </c:pt>
                <c:pt idx="497">
                  <c:v>2026.416667</c:v>
                </c:pt>
                <c:pt idx="498">
                  <c:v>2026.5</c:v>
                </c:pt>
                <c:pt idx="499">
                  <c:v>2026.583333</c:v>
                </c:pt>
              </c:numCache>
            </c:numRef>
          </c:xVal>
          <c:yVal>
            <c:numRef>
              <c:f>'Chart Data'!$B$2:$B$501</c:f>
              <c:numCache>
                <c:formatCode>0</c:formatCode>
                <c:ptCount val="500"/>
                <c:pt idx="0">
                  <c:v>23.148199999999999</c:v>
                </c:pt>
                <c:pt idx="1">
                  <c:v>23.054099999999998</c:v>
                </c:pt>
                <c:pt idx="2">
                  <c:v>24.105699999999999</c:v>
                </c:pt>
                <c:pt idx="3">
                  <c:v>24.3416</c:v>
                </c:pt>
                <c:pt idx="4">
                  <c:v>26.9376</c:v>
                </c:pt>
                <c:pt idx="5">
                  <c:v>28.767800000000001</c:v>
                </c:pt>
                <c:pt idx="6">
                  <c:v>28.937899999999999</c:v>
                </c:pt>
                <c:pt idx="7">
                  <c:v>29.546700000000001</c:v>
                </c:pt>
                <c:pt idx="8">
                  <c:v>28.373200000000001</c:v>
                </c:pt>
                <c:pt idx="9">
                  <c:v>27.894200000000001</c:v>
                </c:pt>
                <c:pt idx="10">
                  <c:v>26.183</c:v>
                </c:pt>
                <c:pt idx="11">
                  <c:v>24.528600000000001</c:v>
                </c:pt>
                <c:pt idx="12">
                  <c:v>22.924499999999998</c:v>
                </c:pt>
                <c:pt idx="13">
                  <c:v>23.484000000000002</c:v>
                </c:pt>
                <c:pt idx="14">
                  <c:v>23.37</c:v>
                </c:pt>
                <c:pt idx="15">
                  <c:v>24.067299999999999</c:v>
                </c:pt>
                <c:pt idx="16">
                  <c:v>26.2165</c:v>
                </c:pt>
                <c:pt idx="17">
                  <c:v>28.593</c:v>
                </c:pt>
                <c:pt idx="18">
                  <c:v>29.380600000000001</c:v>
                </c:pt>
                <c:pt idx="19">
                  <c:v>29.290099999999999</c:v>
                </c:pt>
                <c:pt idx="20">
                  <c:v>28.9649</c:v>
                </c:pt>
                <c:pt idx="21">
                  <c:v>28.3047</c:v>
                </c:pt>
                <c:pt idx="22">
                  <c:v>26.9605</c:v>
                </c:pt>
                <c:pt idx="23">
                  <c:v>25.443300000000001</c:v>
                </c:pt>
                <c:pt idx="24">
                  <c:v>23.6783</c:v>
                </c:pt>
                <c:pt idx="25">
                  <c:v>22.9589</c:v>
                </c:pt>
                <c:pt idx="26">
                  <c:v>23.497299999999999</c:v>
                </c:pt>
                <c:pt idx="27">
                  <c:v>23.729800000000001</c:v>
                </c:pt>
                <c:pt idx="28">
                  <c:v>26.446999999999999</c:v>
                </c:pt>
                <c:pt idx="29">
                  <c:v>28.165400000000002</c:v>
                </c:pt>
                <c:pt idx="30">
                  <c:v>29.587</c:v>
                </c:pt>
                <c:pt idx="31">
                  <c:v>30.064499999999999</c:v>
                </c:pt>
                <c:pt idx="32">
                  <c:v>29.774000000000001</c:v>
                </c:pt>
                <c:pt idx="33">
                  <c:v>26.949400000000001</c:v>
                </c:pt>
                <c:pt idx="34">
                  <c:v>25.5305</c:v>
                </c:pt>
                <c:pt idx="35">
                  <c:v>24.606000000000002</c:v>
                </c:pt>
                <c:pt idx="36">
                  <c:v>23.355</c:v>
                </c:pt>
                <c:pt idx="37">
                  <c:v>22.387899999999998</c:v>
                </c:pt>
                <c:pt idx="38">
                  <c:v>22.587399999999999</c:v>
                </c:pt>
                <c:pt idx="39">
                  <c:v>24.294699999999999</c:v>
                </c:pt>
                <c:pt idx="40">
                  <c:v>25.816400000000002</c:v>
                </c:pt>
                <c:pt idx="41">
                  <c:v>27.570900000000002</c:v>
                </c:pt>
                <c:pt idx="42">
                  <c:v>29.121700000000001</c:v>
                </c:pt>
                <c:pt idx="43">
                  <c:v>29.212299999999999</c:v>
                </c:pt>
                <c:pt idx="44">
                  <c:v>28.820599999999999</c:v>
                </c:pt>
                <c:pt idx="45">
                  <c:v>27.552499999999998</c:v>
                </c:pt>
                <c:pt idx="46">
                  <c:v>25.9772</c:v>
                </c:pt>
                <c:pt idx="47">
                  <c:v>23.907599999999999</c:v>
                </c:pt>
                <c:pt idx="48">
                  <c:v>23.553000000000001</c:v>
                </c:pt>
                <c:pt idx="49">
                  <c:v>23.392099999999999</c:v>
                </c:pt>
                <c:pt idx="50">
                  <c:v>23.215800000000002</c:v>
                </c:pt>
                <c:pt idx="51">
                  <c:v>25.045200000000001</c:v>
                </c:pt>
                <c:pt idx="52">
                  <c:v>26.942</c:v>
                </c:pt>
                <c:pt idx="53">
                  <c:v>28.086500000000001</c:v>
                </c:pt>
                <c:pt idx="54">
                  <c:v>29.103999999999999</c:v>
                </c:pt>
                <c:pt idx="55">
                  <c:v>29.665500000000002</c:v>
                </c:pt>
                <c:pt idx="56">
                  <c:v>29.666599999999999</c:v>
                </c:pt>
                <c:pt idx="57">
                  <c:v>27.876000000000001</c:v>
                </c:pt>
                <c:pt idx="58">
                  <c:v>25.865300000000001</c:v>
                </c:pt>
                <c:pt idx="59">
                  <c:v>23.664899999999999</c:v>
                </c:pt>
                <c:pt idx="60">
                  <c:v>23.065999999999999</c:v>
                </c:pt>
                <c:pt idx="61">
                  <c:v>23.822600000000001</c:v>
                </c:pt>
                <c:pt idx="62">
                  <c:v>24.000499999999999</c:v>
                </c:pt>
                <c:pt idx="63">
                  <c:v>25.0215</c:v>
                </c:pt>
                <c:pt idx="64">
                  <c:v>26.827000000000002</c:v>
                </c:pt>
                <c:pt idx="65">
                  <c:v>28.575500000000002</c:v>
                </c:pt>
                <c:pt idx="66">
                  <c:v>29.336300000000001</c:v>
                </c:pt>
                <c:pt idx="67">
                  <c:v>29.866800000000001</c:v>
                </c:pt>
                <c:pt idx="68">
                  <c:v>29.452000000000002</c:v>
                </c:pt>
                <c:pt idx="69">
                  <c:v>27.889900000000001</c:v>
                </c:pt>
                <c:pt idx="70">
                  <c:v>25.498699999999999</c:v>
                </c:pt>
                <c:pt idx="71">
                  <c:v>24.376000000000001</c:v>
                </c:pt>
                <c:pt idx="72">
                  <c:v>24.0105</c:v>
                </c:pt>
                <c:pt idx="73">
                  <c:v>23.276199999999999</c:v>
                </c:pt>
                <c:pt idx="74">
                  <c:v>23.6584</c:v>
                </c:pt>
                <c:pt idx="75">
                  <c:v>25.616499999999998</c:v>
                </c:pt>
                <c:pt idx="76">
                  <c:v>27.243600000000001</c:v>
                </c:pt>
                <c:pt idx="77">
                  <c:v>28.770499999999998</c:v>
                </c:pt>
                <c:pt idx="78">
                  <c:v>29.595300000000002</c:v>
                </c:pt>
                <c:pt idx="79">
                  <c:v>30.265999999999998</c:v>
                </c:pt>
                <c:pt idx="80">
                  <c:v>29.549900000000001</c:v>
                </c:pt>
                <c:pt idx="81">
                  <c:v>27.7852</c:v>
                </c:pt>
                <c:pt idx="82">
                  <c:v>25.4054</c:v>
                </c:pt>
                <c:pt idx="83">
                  <c:v>24.196200000000001</c:v>
                </c:pt>
                <c:pt idx="84">
                  <c:v>22.857399999999998</c:v>
                </c:pt>
                <c:pt idx="85">
                  <c:v>22.751999999999999</c:v>
                </c:pt>
                <c:pt idx="86">
                  <c:v>23.594100000000001</c:v>
                </c:pt>
                <c:pt idx="87">
                  <c:v>24.606300000000001</c:v>
                </c:pt>
                <c:pt idx="88">
                  <c:v>25.3748</c:v>
                </c:pt>
                <c:pt idx="89">
                  <c:v>28.264800000000001</c:v>
                </c:pt>
                <c:pt idx="90">
                  <c:v>29.2438</c:v>
                </c:pt>
                <c:pt idx="91">
                  <c:v>29.5321</c:v>
                </c:pt>
                <c:pt idx="92">
                  <c:v>28.820699999999999</c:v>
                </c:pt>
                <c:pt idx="93">
                  <c:v>27.538599999999999</c:v>
                </c:pt>
                <c:pt idx="94">
                  <c:v>26.072399999999998</c:v>
                </c:pt>
                <c:pt idx="95">
                  <c:v>24.275300000000001</c:v>
                </c:pt>
                <c:pt idx="96">
                  <c:v>24.2988</c:v>
                </c:pt>
                <c:pt idx="97">
                  <c:v>22.553100000000001</c:v>
                </c:pt>
                <c:pt idx="98">
                  <c:v>22.3523</c:v>
                </c:pt>
                <c:pt idx="99">
                  <c:v>23.710699999999999</c:v>
                </c:pt>
                <c:pt idx="100">
                  <c:v>25.3706</c:v>
                </c:pt>
                <c:pt idx="101">
                  <c:v>28.028600000000001</c:v>
                </c:pt>
                <c:pt idx="102">
                  <c:v>29.761800000000001</c:v>
                </c:pt>
                <c:pt idx="103">
                  <c:v>30.090499999999999</c:v>
                </c:pt>
                <c:pt idx="104">
                  <c:v>29.567799999999998</c:v>
                </c:pt>
                <c:pt idx="105">
                  <c:v>27.9816</c:v>
                </c:pt>
                <c:pt idx="106">
                  <c:v>26.319800000000001</c:v>
                </c:pt>
                <c:pt idx="107">
                  <c:v>23.828099999999999</c:v>
                </c:pt>
                <c:pt idx="108">
                  <c:v>22.569099999999999</c:v>
                </c:pt>
                <c:pt idx="109">
                  <c:v>23.600899999999999</c:v>
                </c:pt>
                <c:pt idx="110">
                  <c:v>23.6828</c:v>
                </c:pt>
                <c:pt idx="111">
                  <c:v>25.35</c:v>
                </c:pt>
                <c:pt idx="112">
                  <c:v>27.127800000000001</c:v>
                </c:pt>
                <c:pt idx="113">
                  <c:v>28.710799999999999</c:v>
                </c:pt>
                <c:pt idx="114">
                  <c:v>29.1006</c:v>
                </c:pt>
                <c:pt idx="115">
                  <c:v>29.298300000000001</c:v>
                </c:pt>
                <c:pt idx="116">
                  <c:v>29.084</c:v>
                </c:pt>
                <c:pt idx="117">
                  <c:v>27.833200000000001</c:v>
                </c:pt>
                <c:pt idx="118">
                  <c:v>26.470300000000002</c:v>
                </c:pt>
                <c:pt idx="119">
                  <c:v>24.944800000000001</c:v>
                </c:pt>
                <c:pt idx="120">
                  <c:v>22.7423</c:v>
                </c:pt>
                <c:pt idx="121">
                  <c:v>21.8019</c:v>
                </c:pt>
                <c:pt idx="122">
                  <c:v>23.423500000000001</c:v>
                </c:pt>
                <c:pt idx="123">
                  <c:v>25.588200000000001</c:v>
                </c:pt>
                <c:pt idx="124">
                  <c:v>27.769100000000002</c:v>
                </c:pt>
                <c:pt idx="125">
                  <c:v>28.415299999999998</c:v>
                </c:pt>
                <c:pt idx="126">
                  <c:v>29.744900000000001</c:v>
                </c:pt>
                <c:pt idx="127">
                  <c:v>29.535299999999999</c:v>
                </c:pt>
                <c:pt idx="128">
                  <c:v>29.6556</c:v>
                </c:pt>
                <c:pt idx="129">
                  <c:v>28.382100000000001</c:v>
                </c:pt>
                <c:pt idx="130">
                  <c:v>25.810400000000001</c:v>
                </c:pt>
                <c:pt idx="131">
                  <c:v>23.9771</c:v>
                </c:pt>
                <c:pt idx="132">
                  <c:v>22.435700000000001</c:v>
                </c:pt>
                <c:pt idx="133">
                  <c:v>22.166899999999998</c:v>
                </c:pt>
                <c:pt idx="134">
                  <c:v>22.265899999999998</c:v>
                </c:pt>
                <c:pt idx="135">
                  <c:v>24.352699999999999</c:v>
                </c:pt>
                <c:pt idx="136">
                  <c:v>26.782</c:v>
                </c:pt>
                <c:pt idx="137">
                  <c:v>28.552099999999999</c:v>
                </c:pt>
                <c:pt idx="138">
                  <c:v>29.464500000000001</c:v>
                </c:pt>
                <c:pt idx="139">
                  <c:v>29.383600000000001</c:v>
                </c:pt>
                <c:pt idx="140">
                  <c:v>29.460899999999999</c:v>
                </c:pt>
                <c:pt idx="141">
                  <c:v>27.226900000000001</c:v>
                </c:pt>
                <c:pt idx="142">
                  <c:v>25.5806</c:v>
                </c:pt>
                <c:pt idx="143">
                  <c:v>24.310300000000002</c:v>
                </c:pt>
                <c:pt idx="144">
                  <c:v>23.641100000000002</c:v>
                </c:pt>
                <c:pt idx="145">
                  <c:v>23.728400000000001</c:v>
                </c:pt>
                <c:pt idx="146">
                  <c:v>25.070599999999999</c:v>
                </c:pt>
                <c:pt idx="147">
                  <c:v>25.342400000000001</c:v>
                </c:pt>
                <c:pt idx="148">
                  <c:v>27.224799999999998</c:v>
                </c:pt>
                <c:pt idx="149">
                  <c:v>28.647500000000001</c:v>
                </c:pt>
                <c:pt idx="150">
                  <c:v>30.075199999999999</c:v>
                </c:pt>
                <c:pt idx="151">
                  <c:v>30.679600000000001</c:v>
                </c:pt>
                <c:pt idx="152">
                  <c:v>29.245699999999999</c:v>
                </c:pt>
                <c:pt idx="153">
                  <c:v>27.47</c:v>
                </c:pt>
                <c:pt idx="154">
                  <c:v>25.444400000000002</c:v>
                </c:pt>
                <c:pt idx="155">
                  <c:v>23.877099999999999</c:v>
                </c:pt>
                <c:pt idx="156">
                  <c:v>22.625299999999999</c:v>
                </c:pt>
                <c:pt idx="157">
                  <c:v>22.346299999999999</c:v>
                </c:pt>
                <c:pt idx="158">
                  <c:v>22.857800000000001</c:v>
                </c:pt>
                <c:pt idx="159">
                  <c:v>24.587199999999999</c:v>
                </c:pt>
                <c:pt idx="160">
                  <c:v>26.504300000000001</c:v>
                </c:pt>
                <c:pt idx="161">
                  <c:v>29.612100000000002</c:v>
                </c:pt>
                <c:pt idx="162">
                  <c:v>30.063600000000001</c:v>
                </c:pt>
                <c:pt idx="163">
                  <c:v>30.5105</c:v>
                </c:pt>
                <c:pt idx="164">
                  <c:v>29.362300000000001</c:v>
                </c:pt>
                <c:pt idx="165">
                  <c:v>27.9621</c:v>
                </c:pt>
                <c:pt idx="166">
                  <c:v>25.7484</c:v>
                </c:pt>
                <c:pt idx="167">
                  <c:v>24.947299999999998</c:v>
                </c:pt>
                <c:pt idx="168">
                  <c:v>23.721800000000002</c:v>
                </c:pt>
                <c:pt idx="169">
                  <c:v>23.707100000000001</c:v>
                </c:pt>
                <c:pt idx="170">
                  <c:v>23.138000000000002</c:v>
                </c:pt>
                <c:pt idx="171">
                  <c:v>25.4482</c:v>
                </c:pt>
                <c:pt idx="172">
                  <c:v>27.1938</c:v>
                </c:pt>
                <c:pt idx="173">
                  <c:v>28.601600000000001</c:v>
                </c:pt>
                <c:pt idx="174">
                  <c:v>29.4756</c:v>
                </c:pt>
                <c:pt idx="175">
                  <c:v>30.202500000000001</c:v>
                </c:pt>
                <c:pt idx="176">
                  <c:v>29.720800000000001</c:v>
                </c:pt>
                <c:pt idx="177">
                  <c:v>27.6965</c:v>
                </c:pt>
                <c:pt idx="178">
                  <c:v>24.874300000000002</c:v>
                </c:pt>
                <c:pt idx="179">
                  <c:v>24.0273</c:v>
                </c:pt>
                <c:pt idx="180">
                  <c:v>22.914100000000001</c:v>
                </c:pt>
                <c:pt idx="181">
                  <c:v>22.400400000000001</c:v>
                </c:pt>
                <c:pt idx="182">
                  <c:v>24.247399999999999</c:v>
                </c:pt>
                <c:pt idx="183">
                  <c:v>24.964200000000002</c:v>
                </c:pt>
                <c:pt idx="184">
                  <c:v>26.650099999999998</c:v>
                </c:pt>
                <c:pt idx="185">
                  <c:v>28.5457</c:v>
                </c:pt>
                <c:pt idx="186">
                  <c:v>29.982199999999999</c:v>
                </c:pt>
                <c:pt idx="187">
                  <c:v>29.821000000000002</c:v>
                </c:pt>
                <c:pt idx="188">
                  <c:v>29.580200000000001</c:v>
                </c:pt>
                <c:pt idx="189">
                  <c:v>27.435400000000001</c:v>
                </c:pt>
                <c:pt idx="190">
                  <c:v>25.339300000000001</c:v>
                </c:pt>
                <c:pt idx="191">
                  <c:v>23.761600000000001</c:v>
                </c:pt>
                <c:pt idx="192">
                  <c:v>21.805099999999999</c:v>
                </c:pt>
                <c:pt idx="193">
                  <c:v>23.185500000000001</c:v>
                </c:pt>
                <c:pt idx="194">
                  <c:v>23.6356</c:v>
                </c:pt>
                <c:pt idx="195">
                  <c:v>24.747399999999999</c:v>
                </c:pt>
                <c:pt idx="196">
                  <c:v>25.703399999999998</c:v>
                </c:pt>
                <c:pt idx="197">
                  <c:v>28.8324</c:v>
                </c:pt>
                <c:pt idx="198">
                  <c:v>29.258800000000001</c:v>
                </c:pt>
                <c:pt idx="199">
                  <c:v>29.703499999999998</c:v>
                </c:pt>
                <c:pt idx="200">
                  <c:v>29.110900000000001</c:v>
                </c:pt>
                <c:pt idx="201">
                  <c:v>27.485900000000001</c:v>
                </c:pt>
                <c:pt idx="202">
                  <c:v>25.201799999999999</c:v>
                </c:pt>
                <c:pt idx="203">
                  <c:v>24.592700000000001</c:v>
                </c:pt>
                <c:pt idx="204">
                  <c:v>23.015599999999999</c:v>
                </c:pt>
                <c:pt idx="205">
                  <c:v>23.2302</c:v>
                </c:pt>
                <c:pt idx="206">
                  <c:v>24.204499999999999</c:v>
                </c:pt>
                <c:pt idx="207">
                  <c:v>26.1511</c:v>
                </c:pt>
                <c:pt idx="208">
                  <c:v>27.1204</c:v>
                </c:pt>
                <c:pt idx="209">
                  <c:v>28.238800000000001</c:v>
                </c:pt>
                <c:pt idx="210">
                  <c:v>29.4756</c:v>
                </c:pt>
                <c:pt idx="211">
                  <c:v>29.988700000000001</c:v>
                </c:pt>
                <c:pt idx="212">
                  <c:v>29.275600000000001</c:v>
                </c:pt>
                <c:pt idx="213">
                  <c:v>28.38</c:v>
                </c:pt>
                <c:pt idx="214">
                  <c:v>26.256499999999999</c:v>
                </c:pt>
                <c:pt idx="215">
                  <c:v>23.805499999999999</c:v>
                </c:pt>
                <c:pt idx="216">
                  <c:v>21.662299999999998</c:v>
                </c:pt>
                <c:pt idx="217">
                  <c:v>21.994299999999999</c:v>
                </c:pt>
                <c:pt idx="218">
                  <c:v>25.509399999999999</c:v>
                </c:pt>
                <c:pt idx="219">
                  <c:v>24.7699</c:v>
                </c:pt>
                <c:pt idx="220">
                  <c:v>28.080500000000001</c:v>
                </c:pt>
                <c:pt idx="221">
                  <c:v>29.255600000000001</c:v>
                </c:pt>
                <c:pt idx="222">
                  <c:v>29.407299999999999</c:v>
                </c:pt>
                <c:pt idx="223">
                  <c:v>30.180299999999999</c:v>
                </c:pt>
                <c:pt idx="224">
                  <c:v>29.6434</c:v>
                </c:pt>
                <c:pt idx="225">
                  <c:v>28.378499999999999</c:v>
                </c:pt>
                <c:pt idx="226">
                  <c:v>26.117799999999999</c:v>
                </c:pt>
                <c:pt idx="227">
                  <c:v>23.203800000000001</c:v>
                </c:pt>
                <c:pt idx="228">
                  <c:v>22.849399999999999</c:v>
                </c:pt>
                <c:pt idx="229">
                  <c:v>23.066299999999998</c:v>
                </c:pt>
                <c:pt idx="230">
                  <c:v>23.3918</c:v>
                </c:pt>
                <c:pt idx="231">
                  <c:v>24.009499999999999</c:v>
                </c:pt>
                <c:pt idx="232">
                  <c:v>26.0486</c:v>
                </c:pt>
                <c:pt idx="233">
                  <c:v>29.2865</c:v>
                </c:pt>
                <c:pt idx="234">
                  <c:v>29.977900000000002</c:v>
                </c:pt>
                <c:pt idx="235">
                  <c:v>30.216699999999999</c:v>
                </c:pt>
                <c:pt idx="236">
                  <c:v>29.4438</c:v>
                </c:pt>
                <c:pt idx="237">
                  <c:v>27.873699999999999</c:v>
                </c:pt>
                <c:pt idx="238">
                  <c:v>25.918700000000001</c:v>
                </c:pt>
                <c:pt idx="239">
                  <c:v>23.947700000000001</c:v>
                </c:pt>
                <c:pt idx="240">
                  <c:v>22.619900000000001</c:v>
                </c:pt>
                <c:pt idx="241">
                  <c:v>22.242999999999999</c:v>
                </c:pt>
                <c:pt idx="242">
                  <c:v>22.925799999999999</c:v>
                </c:pt>
                <c:pt idx="243">
                  <c:v>24.189699999999998</c:v>
                </c:pt>
                <c:pt idx="244">
                  <c:v>26.198799999999999</c:v>
                </c:pt>
                <c:pt idx="245">
                  <c:v>28.455100000000002</c:v>
                </c:pt>
                <c:pt idx="246">
                  <c:v>29.575500000000002</c:v>
                </c:pt>
                <c:pt idx="247">
                  <c:v>30.635100000000001</c:v>
                </c:pt>
                <c:pt idx="248">
                  <c:v>29.358799999999999</c:v>
                </c:pt>
                <c:pt idx="249">
                  <c:v>27.910599999999999</c:v>
                </c:pt>
                <c:pt idx="250">
                  <c:v>25.326499999999999</c:v>
                </c:pt>
                <c:pt idx="251">
                  <c:v>23.573799999999999</c:v>
                </c:pt>
                <c:pt idx="252">
                  <c:v>22.171399999999998</c:v>
                </c:pt>
                <c:pt idx="253">
                  <c:v>21.907800000000002</c:v>
                </c:pt>
                <c:pt idx="254">
                  <c:v>23.564499999999999</c:v>
                </c:pt>
                <c:pt idx="255">
                  <c:v>25.452100000000002</c:v>
                </c:pt>
                <c:pt idx="256">
                  <c:v>26.895800000000001</c:v>
                </c:pt>
                <c:pt idx="257">
                  <c:v>28.619700000000002</c:v>
                </c:pt>
                <c:pt idx="258">
                  <c:v>29.300999999999998</c:v>
                </c:pt>
                <c:pt idx="259">
                  <c:v>30.032699999999998</c:v>
                </c:pt>
                <c:pt idx="260">
                  <c:v>30.0685</c:v>
                </c:pt>
                <c:pt idx="261">
                  <c:v>28.387799999999999</c:v>
                </c:pt>
                <c:pt idx="262">
                  <c:v>25.749700000000001</c:v>
                </c:pt>
                <c:pt idx="263">
                  <c:v>24.543500000000002</c:v>
                </c:pt>
                <c:pt idx="264">
                  <c:v>24.33</c:v>
                </c:pt>
                <c:pt idx="265">
                  <c:v>22.918199999999999</c:v>
                </c:pt>
                <c:pt idx="266">
                  <c:v>23.704999999999998</c:v>
                </c:pt>
                <c:pt idx="267">
                  <c:v>24.666499999999999</c:v>
                </c:pt>
                <c:pt idx="268">
                  <c:v>26.8858</c:v>
                </c:pt>
                <c:pt idx="269">
                  <c:v>28.3111</c:v>
                </c:pt>
                <c:pt idx="270">
                  <c:v>30.502500000000001</c:v>
                </c:pt>
                <c:pt idx="271">
                  <c:v>30.438500000000001</c:v>
                </c:pt>
                <c:pt idx="272">
                  <c:v>29.9618</c:v>
                </c:pt>
                <c:pt idx="273">
                  <c:v>28.396699999999999</c:v>
                </c:pt>
                <c:pt idx="274">
                  <c:v>25.523199999999999</c:v>
                </c:pt>
                <c:pt idx="275">
                  <c:v>24.809799999999999</c:v>
                </c:pt>
                <c:pt idx="276">
                  <c:v>23.469000000000001</c:v>
                </c:pt>
                <c:pt idx="277">
                  <c:v>24.0044</c:v>
                </c:pt>
                <c:pt idx="278">
                  <c:v>23.839700000000001</c:v>
                </c:pt>
                <c:pt idx="279">
                  <c:v>25.253699999999998</c:v>
                </c:pt>
                <c:pt idx="280">
                  <c:v>27.213899999999999</c:v>
                </c:pt>
                <c:pt idx="281">
                  <c:v>28.693999999999999</c:v>
                </c:pt>
                <c:pt idx="282">
                  <c:v>29.409400000000002</c:v>
                </c:pt>
                <c:pt idx="283">
                  <c:v>30.178899999999999</c:v>
                </c:pt>
                <c:pt idx="284">
                  <c:v>28.959</c:v>
                </c:pt>
                <c:pt idx="285">
                  <c:v>27.7224</c:v>
                </c:pt>
                <c:pt idx="286">
                  <c:v>24.769200000000001</c:v>
                </c:pt>
                <c:pt idx="287">
                  <c:v>23.536799999999999</c:v>
                </c:pt>
                <c:pt idx="288">
                  <c:v>22.422499999999999</c:v>
                </c:pt>
                <c:pt idx="289">
                  <c:v>21.4649</c:v>
                </c:pt>
                <c:pt idx="290">
                  <c:v>23.069500000000001</c:v>
                </c:pt>
                <c:pt idx="291">
                  <c:v>25.1572</c:v>
                </c:pt>
                <c:pt idx="292">
                  <c:v>26.9495</c:v>
                </c:pt>
                <c:pt idx="293">
                  <c:v>29.150400000000001</c:v>
                </c:pt>
                <c:pt idx="294">
                  <c:v>30.173400000000001</c:v>
                </c:pt>
                <c:pt idx="295">
                  <c:v>30.273399999999999</c:v>
                </c:pt>
                <c:pt idx="296">
                  <c:v>30.304500000000001</c:v>
                </c:pt>
                <c:pt idx="297">
                  <c:v>29.044599999999999</c:v>
                </c:pt>
                <c:pt idx="298">
                  <c:v>26.6251</c:v>
                </c:pt>
                <c:pt idx="299">
                  <c:v>24.904199999999999</c:v>
                </c:pt>
                <c:pt idx="300">
                  <c:v>22.6219</c:v>
                </c:pt>
                <c:pt idx="301">
                  <c:v>22.071999999999999</c:v>
                </c:pt>
                <c:pt idx="302">
                  <c:v>21.482900000000001</c:v>
                </c:pt>
                <c:pt idx="303">
                  <c:v>24.052</c:v>
                </c:pt>
                <c:pt idx="304">
                  <c:v>27.298400000000001</c:v>
                </c:pt>
                <c:pt idx="305">
                  <c:v>29.926100000000002</c:v>
                </c:pt>
                <c:pt idx="306">
                  <c:v>29.664100000000001</c:v>
                </c:pt>
                <c:pt idx="307">
                  <c:v>30.464600000000001</c:v>
                </c:pt>
                <c:pt idx="308">
                  <c:v>29.7392</c:v>
                </c:pt>
                <c:pt idx="309">
                  <c:v>27.613600000000002</c:v>
                </c:pt>
                <c:pt idx="310">
                  <c:v>25.470800000000001</c:v>
                </c:pt>
                <c:pt idx="311">
                  <c:v>22.830200000000001</c:v>
                </c:pt>
                <c:pt idx="312">
                  <c:v>21.5625</c:v>
                </c:pt>
                <c:pt idx="313">
                  <c:v>21.788499999999999</c:v>
                </c:pt>
                <c:pt idx="314">
                  <c:v>23.6541</c:v>
                </c:pt>
                <c:pt idx="315">
                  <c:v>26.311399999999999</c:v>
                </c:pt>
                <c:pt idx="316">
                  <c:v>27.635400000000001</c:v>
                </c:pt>
                <c:pt idx="317">
                  <c:v>28.745200000000001</c:v>
                </c:pt>
                <c:pt idx="318">
                  <c:v>29.931699999999999</c:v>
                </c:pt>
                <c:pt idx="319">
                  <c:v>30.656500000000001</c:v>
                </c:pt>
                <c:pt idx="320">
                  <c:v>30.0657</c:v>
                </c:pt>
                <c:pt idx="321">
                  <c:v>27.732800000000001</c:v>
                </c:pt>
                <c:pt idx="322">
                  <c:v>25.256900000000002</c:v>
                </c:pt>
                <c:pt idx="323">
                  <c:v>24.041399999999999</c:v>
                </c:pt>
                <c:pt idx="324">
                  <c:v>23.001300000000001</c:v>
                </c:pt>
                <c:pt idx="325">
                  <c:v>23.86</c:v>
                </c:pt>
                <c:pt idx="326">
                  <c:v>24.793299999999999</c:v>
                </c:pt>
                <c:pt idx="327">
                  <c:v>25.608000000000001</c:v>
                </c:pt>
                <c:pt idx="328">
                  <c:v>27.3978</c:v>
                </c:pt>
                <c:pt idx="329">
                  <c:v>28.682200000000002</c:v>
                </c:pt>
                <c:pt idx="330">
                  <c:v>29.3155</c:v>
                </c:pt>
                <c:pt idx="331">
                  <c:v>29.969100000000001</c:v>
                </c:pt>
                <c:pt idx="332">
                  <c:v>29.0152</c:v>
                </c:pt>
                <c:pt idx="333">
                  <c:v>28.023599999999998</c:v>
                </c:pt>
                <c:pt idx="334">
                  <c:v>25.030200000000001</c:v>
                </c:pt>
                <c:pt idx="335">
                  <c:v>24.517199999999999</c:v>
                </c:pt>
                <c:pt idx="336">
                  <c:v>23.969100000000001</c:v>
                </c:pt>
                <c:pt idx="337">
                  <c:v>23.585999999999999</c:v>
                </c:pt>
                <c:pt idx="338">
                  <c:v>22.680700000000002</c:v>
                </c:pt>
                <c:pt idx="339">
                  <c:v>25.1661</c:v>
                </c:pt>
                <c:pt idx="340">
                  <c:v>26.848199999999999</c:v>
                </c:pt>
                <c:pt idx="341">
                  <c:v>28.592600000000001</c:v>
                </c:pt>
                <c:pt idx="342">
                  <c:v>29.003900000000002</c:v>
                </c:pt>
                <c:pt idx="343">
                  <c:v>29.677499999999998</c:v>
                </c:pt>
                <c:pt idx="344">
                  <c:v>29.3689</c:v>
                </c:pt>
                <c:pt idx="345">
                  <c:v>28.594999999999999</c:v>
                </c:pt>
                <c:pt idx="346">
                  <c:v>26.341000000000001</c:v>
                </c:pt>
                <c:pt idx="347">
                  <c:v>25.0868</c:v>
                </c:pt>
                <c:pt idx="348">
                  <c:v>23.476099999999999</c:v>
                </c:pt>
                <c:pt idx="349">
                  <c:v>24.3583</c:v>
                </c:pt>
                <c:pt idx="350">
                  <c:v>24.4923</c:v>
                </c:pt>
                <c:pt idx="351">
                  <c:v>25.433900000000001</c:v>
                </c:pt>
                <c:pt idx="352">
                  <c:v>26.986899999999999</c:v>
                </c:pt>
                <c:pt idx="353">
                  <c:v>28.764299999999999</c:v>
                </c:pt>
                <c:pt idx="354">
                  <c:v>30.281300000000002</c:v>
                </c:pt>
                <c:pt idx="355">
                  <c:v>30.862400000000001</c:v>
                </c:pt>
                <c:pt idx="356">
                  <c:v>29.787600000000001</c:v>
                </c:pt>
                <c:pt idx="357">
                  <c:v>28.460100000000001</c:v>
                </c:pt>
                <c:pt idx="358">
                  <c:v>25.359500000000001</c:v>
                </c:pt>
                <c:pt idx="359">
                  <c:v>23.785900000000002</c:v>
                </c:pt>
                <c:pt idx="360">
                  <c:v>23.577400000000001</c:v>
                </c:pt>
                <c:pt idx="361">
                  <c:v>22.106100000000001</c:v>
                </c:pt>
                <c:pt idx="362">
                  <c:v>24.958500000000001</c:v>
                </c:pt>
                <c:pt idx="363">
                  <c:v>26.5959</c:v>
                </c:pt>
                <c:pt idx="364">
                  <c:v>27.525600000000001</c:v>
                </c:pt>
                <c:pt idx="365">
                  <c:v>29.0181</c:v>
                </c:pt>
                <c:pt idx="366">
                  <c:v>30.258800000000001</c:v>
                </c:pt>
                <c:pt idx="367">
                  <c:v>30.784199999999998</c:v>
                </c:pt>
                <c:pt idx="368">
                  <c:v>30.297699999999999</c:v>
                </c:pt>
                <c:pt idx="369">
                  <c:v>28.369900000000001</c:v>
                </c:pt>
                <c:pt idx="370">
                  <c:v>27.156400000000001</c:v>
                </c:pt>
                <c:pt idx="371">
                  <c:v>25.553100000000001</c:v>
                </c:pt>
                <c:pt idx="372">
                  <c:v>24.2227</c:v>
                </c:pt>
                <c:pt idx="373">
                  <c:v>22.853300000000001</c:v>
                </c:pt>
                <c:pt idx="374">
                  <c:v>24.231100000000001</c:v>
                </c:pt>
                <c:pt idx="375">
                  <c:v>25.462399999999999</c:v>
                </c:pt>
                <c:pt idx="376">
                  <c:v>27.3293</c:v>
                </c:pt>
                <c:pt idx="377">
                  <c:v>29.173500000000001</c:v>
                </c:pt>
                <c:pt idx="378">
                  <c:v>30.133900000000001</c:v>
                </c:pt>
                <c:pt idx="379">
                  <c:v>30.0855</c:v>
                </c:pt>
                <c:pt idx="380">
                  <c:v>29.706199999999999</c:v>
                </c:pt>
                <c:pt idx="381">
                  <c:v>28.197900000000001</c:v>
                </c:pt>
                <c:pt idx="382">
                  <c:v>25.8429</c:v>
                </c:pt>
                <c:pt idx="383">
                  <c:v>25.328800000000001</c:v>
                </c:pt>
                <c:pt idx="384">
                  <c:v>23.884399999999999</c:v>
                </c:pt>
                <c:pt idx="385">
                  <c:v>23.422999999999998</c:v>
                </c:pt>
                <c:pt idx="386">
                  <c:v>23.966200000000001</c:v>
                </c:pt>
                <c:pt idx="387">
                  <c:v>25.418399999999998</c:v>
                </c:pt>
                <c:pt idx="388">
                  <c:v>27.296600000000002</c:v>
                </c:pt>
                <c:pt idx="389">
                  <c:v>28.745000000000001</c:v>
                </c:pt>
                <c:pt idx="390">
                  <c:v>30.0014</c:v>
                </c:pt>
                <c:pt idx="391">
                  <c:v>30.411799999999999</c:v>
                </c:pt>
                <c:pt idx="392">
                  <c:v>29.927299999999999</c:v>
                </c:pt>
                <c:pt idx="393">
                  <c:v>28.502300000000002</c:v>
                </c:pt>
                <c:pt idx="394">
                  <c:v>26.074300000000001</c:v>
                </c:pt>
                <c:pt idx="395">
                  <c:v>24.816199999999998</c:v>
                </c:pt>
                <c:pt idx="396">
                  <c:v>22.532699999999998</c:v>
                </c:pt>
                <c:pt idx="397">
                  <c:v>23.621300000000002</c:v>
                </c:pt>
                <c:pt idx="398">
                  <c:v>24.074000000000002</c:v>
                </c:pt>
                <c:pt idx="399">
                  <c:v>25.619499999999999</c:v>
                </c:pt>
                <c:pt idx="400">
                  <c:v>26.2729</c:v>
                </c:pt>
                <c:pt idx="401">
                  <c:v>28.730499999999999</c:v>
                </c:pt>
                <c:pt idx="402">
                  <c:v>30.407</c:v>
                </c:pt>
                <c:pt idx="403">
                  <c:v>30.0642</c:v>
                </c:pt>
                <c:pt idx="404">
                  <c:v>29.614999999999998</c:v>
                </c:pt>
                <c:pt idx="405">
                  <c:v>28.4312</c:v>
                </c:pt>
                <c:pt idx="406">
                  <c:v>26.7666</c:v>
                </c:pt>
                <c:pt idx="407">
                  <c:v>24.440899999999999</c:v>
                </c:pt>
                <c:pt idx="408">
                  <c:v>23.3569</c:v>
                </c:pt>
                <c:pt idx="409">
                  <c:v>24.247499999999999</c:v>
                </c:pt>
                <c:pt idx="410">
                  <c:v>25.2103</c:v>
                </c:pt>
                <c:pt idx="411">
                  <c:v>26.064800000000002</c:v>
                </c:pt>
                <c:pt idx="412">
                  <c:v>27.7409</c:v>
                </c:pt>
                <c:pt idx="413">
                  <c:v>29.770199999999999</c:v>
                </c:pt>
                <c:pt idx="414">
                  <c:v>30.250800000000002</c:v>
                </c:pt>
                <c:pt idx="415">
                  <c:v>30.646599999999999</c:v>
                </c:pt>
                <c:pt idx="416">
                  <c:v>29.664000000000001</c:v>
                </c:pt>
                <c:pt idx="417">
                  <c:v>28.814299999999999</c:v>
                </c:pt>
                <c:pt idx="418">
                  <c:v>27.203800000000001</c:v>
                </c:pt>
                <c:pt idx="419">
                  <c:v>25.0213</c:v>
                </c:pt>
                <c:pt idx="420">
                  <c:v>23.945900000000002</c:v>
                </c:pt>
                <c:pt idx="421">
                  <c:v>23.8444</c:v>
                </c:pt>
                <c:pt idx="422">
                  <c:v>24.608499999999999</c:v>
                </c:pt>
                <c:pt idx="423">
                  <c:v>27.0627</c:v>
                </c:pt>
                <c:pt idx="424">
                  <c:v>27.330200000000001</c:v>
                </c:pt>
                <c:pt idx="425">
                  <c:v>29.2485</c:v>
                </c:pt>
                <c:pt idx="426">
                  <c:v>30.2988</c:v>
                </c:pt>
                <c:pt idx="427">
                  <c:v>30.389399999999998</c:v>
                </c:pt>
                <c:pt idx="428">
                  <c:v>29.9833</c:v>
                </c:pt>
                <c:pt idx="429">
                  <c:v>28.920100000000001</c:v>
                </c:pt>
                <c:pt idx="430">
                  <c:v>26.858599999999999</c:v>
                </c:pt>
                <c:pt idx="431">
                  <c:v>24.0746</c:v>
                </c:pt>
                <c:pt idx="432">
                  <c:v>22.598800000000001</c:v>
                </c:pt>
                <c:pt idx="433">
                  <c:v>23.3187</c:v>
                </c:pt>
                <c:pt idx="434">
                  <c:v>24.4801</c:v>
                </c:pt>
                <c:pt idx="435">
                  <c:v>25.597999999999999</c:v>
                </c:pt>
                <c:pt idx="436">
                  <c:v>27.502700000000001</c:v>
                </c:pt>
                <c:pt idx="437">
                  <c:v>28.5869</c:v>
                </c:pt>
                <c:pt idx="438">
                  <c:v>29.429500000000001</c:v>
                </c:pt>
                <c:pt idx="439">
                  <c:v>30.313300000000002</c:v>
                </c:pt>
                <c:pt idx="440">
                  <c:v>30.071200000000001</c:v>
                </c:pt>
                <c:pt idx="441">
                  <c:v>28.915500000000002</c:v>
                </c:pt>
                <c:pt idx="442">
                  <c:v>25.9175</c:v>
                </c:pt>
                <c:pt idx="443">
                  <c:v>25.2135</c:v>
                </c:pt>
                <c:pt idx="444">
                  <c:v>23.993500000000001</c:v>
                </c:pt>
                <c:pt idx="445">
                  <c:v>23.2605</c:v>
                </c:pt>
                <c:pt idx="446">
                  <c:v>25.244800000000001</c:v>
                </c:pt>
                <c:pt idx="447">
                  <c:v>25.980499999999999</c:v>
                </c:pt>
                <c:pt idx="448">
                  <c:v>27.787099999999999</c:v>
                </c:pt>
                <c:pt idx="449">
                  <c:v>29.164999999999999</c:v>
                </c:pt>
                <c:pt idx="450">
                  <c:v>30.347799999999999</c:v>
                </c:pt>
                <c:pt idx="451">
                  <c:v>30.363199999999999</c:v>
                </c:pt>
                <c:pt idx="452">
                  <c:v>30.550799999999999</c:v>
                </c:pt>
                <c:pt idx="453">
                  <c:v>27.977900000000002</c:v>
                </c:pt>
                <c:pt idx="454">
                  <c:v>27.0732</c:v>
                </c:pt>
                <c:pt idx="455">
                  <c:v>25.3566</c:v>
                </c:pt>
                <c:pt idx="456">
                  <c:v>23.5001</c:v>
                </c:pt>
                <c:pt idx="457">
                  <c:v>24.777200000000001</c:v>
                </c:pt>
                <c:pt idx="458">
                  <c:v>25.4725</c:v>
                </c:pt>
                <c:pt idx="459">
                  <c:v>26.8065</c:v>
                </c:pt>
                <c:pt idx="460">
                  <c:v>28.174399999999999</c:v>
                </c:pt>
                <c:pt idx="461">
                  <c:v>29.747900000000001</c:v>
                </c:pt>
                <c:pt idx="462">
                  <c:v>31.469100000000001</c:v>
                </c:pt>
                <c:pt idx="463">
                  <c:v>31.399699999999999</c:v>
                </c:pt>
                <c:pt idx="464">
                  <c:v>30.558499999999999</c:v>
                </c:pt>
                <c:pt idx="465">
                  <c:v>28.768899999999999</c:v>
                </c:pt>
                <c:pt idx="466">
                  <c:v>26.6921</c:v>
                </c:pt>
                <c:pt idx="467">
                  <c:v>24.621600000000001</c:v>
                </c:pt>
                <c:pt idx="468">
                  <c:v>23.359000000000002</c:v>
                </c:pt>
                <c:pt idx="469">
                  <c:v>22.255400000000002</c:v>
                </c:pt>
                <c:pt idx="470">
                  <c:v>24.6143</c:v>
                </c:pt>
                <c:pt idx="471">
                  <c:v>25.217400000000001</c:v>
                </c:pt>
                <c:pt idx="472">
                  <c:v>28.6128</c:v>
                </c:pt>
                <c:pt idx="473">
                  <c:v>29.607800000000001</c:v>
                </c:pt>
                <c:pt idx="474">
                  <c:v>30.5215</c:v>
                </c:pt>
                <c:pt idx="475">
                  <c:v>30.738900000000001</c:v>
                </c:pt>
                <c:pt idx="476">
                  <c:v>30.684999999999999</c:v>
                </c:pt>
                <c:pt idx="477">
                  <c:v>28.508500000000002</c:v>
                </c:pt>
                <c:pt idx="478">
                  <c:v>26.438800000000001</c:v>
                </c:pt>
                <c:pt idx="479">
                  <c:v>23.527699999999999</c:v>
                </c:pt>
                <c:pt idx="480">
                  <c:v>22.072800000000001</c:v>
                </c:pt>
                <c:pt idx="481">
                  <c:v>23.6661</c:v>
                </c:pt>
                <c:pt idx="482">
                  <c:v>23.793800000000001</c:v>
                </c:pt>
                <c:pt idx="483">
                  <c:v>25.520099999999999</c:v>
                </c:pt>
                <c:pt idx="484">
                  <c:v>28.081399999999999</c:v>
                </c:pt>
                <c:pt idx="485">
                  <c:v>29.3935</c:v>
                </c:pt>
                <c:pt idx="486">
                  <c:v>30.089400000000001</c:v>
                </c:pt>
                <c:pt idx="487">
                  <c:v>31.242899999999999</c:v>
                </c:pt>
                <c:pt idx="488">
                  <c:v>30.418500000000002</c:v>
                </c:pt>
                <c:pt idx="489">
                  <c:v>28.8979</c:v>
                </c:pt>
                <c:pt idx="490">
                  <c:v>26.117000000000001</c:v>
                </c:pt>
                <c:pt idx="491">
                  <c:v>24.936900000000001</c:v>
                </c:pt>
                <c:pt idx="492">
                  <c:v>22.824400000000001</c:v>
                </c:pt>
                <c:pt idx="493">
                  <c:v>21.193300000000001</c:v>
                </c:pt>
                <c:pt idx="494">
                  <c:v>24.779800000000002</c:v>
                </c:pt>
                <c:pt idx="495">
                  <c:v>25.6539</c:v>
                </c:pt>
                <c:pt idx="496">
                  <c:v>28.342099999999999</c:v>
                </c:pt>
                <c:pt idx="497">
                  <c:v>29.8309</c:v>
                </c:pt>
                <c:pt idx="498">
                  <c:v>30.901199999999999</c:v>
                </c:pt>
                <c:pt idx="499">
                  <c:v>31.2011</c:v>
                </c:pt>
              </c:numCache>
            </c:numRef>
          </c:yVal>
          <c:smooth val="1"/>
        </c:ser>
        <c:dLbls>
          <c:showLegendKey val="0"/>
          <c:showVal val="0"/>
          <c:showCatName val="0"/>
          <c:showSerName val="0"/>
          <c:showPercent val="0"/>
          <c:showBubbleSize val="0"/>
        </c:dLbls>
        <c:axId val="390363064"/>
        <c:axId val="390362672"/>
      </c:scatterChart>
      <c:valAx>
        <c:axId val="390362672"/>
        <c:scaling>
          <c:orientation val="minMax"/>
          <c:max val="33"/>
          <c:min val="15"/>
        </c:scaling>
        <c:delete val="0"/>
        <c:axPos val="l"/>
        <c:majorGridlines>
          <c:spPr>
            <a:ln w="9525">
              <a:solidFill>
                <a:srgbClr val="D7E2E7"/>
              </a:solidFill>
            </a:ln>
          </c:spPr>
        </c:majorGridlines>
        <c:title>
          <c:tx>
            <c:rich>
              <a:bodyPr/>
              <a:lstStyle/>
              <a:p>
                <a:r>
                  <a:rPr lang="en-US" sz="1275">
                    <a:solidFill>
                      <a:srgbClr val="526C78"/>
                    </a:solidFill>
                    <a:latin typeface="DejaVu Sans"/>
                    <a:ea typeface="DejaVu Sans"/>
                    <a:cs typeface="DejaVu Sans"/>
                  </a:rPr>
                  <a:t>SST (°C)</a:t>
                </a:r>
              </a:p>
            </c:rich>
          </c:tx>
          <c:layout/>
          <c:overlay val="0"/>
        </c:title>
        <c:numFmt formatCode="0" sourceLinked="1"/>
        <c:majorTickMark val="none"/>
        <c:minorTickMark val="none"/>
        <c:tickLblPos val="nextTo"/>
        <c:spPr>
          <a:ln w="0">
            <a:noFill/>
          </a:ln>
        </c:spPr>
        <c:txPr>
          <a:bodyPr anchorCtr="1"/>
          <a:lstStyle/>
          <a:p>
            <a:pPr>
              <a:defRPr sz="1200">
                <a:solidFill>
                  <a:srgbClr val="526C78"/>
                </a:solidFill>
                <a:latin typeface="DejaVu Sans"/>
                <a:ea typeface="DejaVu Sans"/>
                <a:cs typeface="DejaVu Sans"/>
              </a:defRPr>
            </a:pPr>
            <a:endParaRPr lang="en-US"/>
          </a:p>
        </c:txPr>
        <c:crossAx val="390363064"/>
        <c:crossesAt val="15"/>
        <c:crossBetween val="midCat"/>
        <c:majorUnit val="3"/>
      </c:valAx>
      <c:valAx>
        <c:axId val="390363064"/>
        <c:scaling>
          <c:orientation val="minMax"/>
          <c:max val="2027"/>
          <c:min val="1985"/>
        </c:scaling>
        <c:delete val="0"/>
        <c:axPos val="b"/>
        <c:title>
          <c:tx>
            <c:rich>
              <a:bodyPr/>
              <a:lstStyle/>
              <a:p>
                <a:r>
                  <a:rPr lang="en-US" sz="1200">
                    <a:solidFill>
                      <a:srgbClr val="526C78"/>
                    </a:solidFill>
                    <a:latin typeface="DejaVu Sans"/>
                    <a:ea typeface="DejaVu Sans"/>
                    <a:cs typeface="DejaVu Sans"/>
                  </a:rPr>
                  <a:t>Year</a:t>
                </a:r>
              </a:p>
            </c:rich>
          </c:tx>
          <c:layout/>
          <c:overlay val="0"/>
        </c:title>
        <c:numFmt formatCode="General" sourceLinked="1"/>
        <c:majorTickMark val="none"/>
        <c:minorTickMark val="none"/>
        <c:tickLblPos val="nextTo"/>
        <c:spPr>
          <a:ln w="9525">
            <a:solidFill>
              <a:srgbClr val="D7E2E7"/>
            </a:solidFill>
          </a:ln>
        </c:spPr>
        <c:txPr>
          <a:bodyPr anchorCtr="1"/>
          <a:lstStyle/>
          <a:p>
            <a:pPr>
              <a:defRPr sz="1200">
                <a:solidFill>
                  <a:srgbClr val="526C78"/>
                </a:solidFill>
                <a:latin typeface="DejaVu Sans"/>
                <a:ea typeface="DejaVu Sans"/>
                <a:cs typeface="DejaVu Sans"/>
              </a:defRPr>
            </a:pPr>
            <a:endParaRPr lang="en-US"/>
          </a:p>
        </c:txPr>
        <c:crossAx val="390362672"/>
        <c:crossesAt val="1985"/>
        <c:crossBetween val="midCat"/>
        <c:majorUnit val="5"/>
      </c:valAx>
      <c:spPr>
        <a:solidFill>
          <a:srgbClr val="FFFFFF"/>
        </a:solidFill>
      </c:spPr>
    </c:plotArea>
    <c:plotVisOnly val="1"/>
    <c:dispBlanksAs val="gap"/>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2232451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Discussion draft. Purpose: choose the geographic meaning and outputs for a reproducible monthly SST workflow. The three approaches answer different questions. Examples come from the existing pilot outputs, with NOAA source links on the relevant slides.</a:t>
            </a:r>
          </a:p>
          <a:p>
            <a:endParaRPr dirty="0"/>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0364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Proposed </a:t>
            </a:r>
            <a:r>
              <a:rPr dirty="0" smtClean="0"/>
              <a:t>deliverables</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11612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smtClean="0"/>
              <a:t>https</a:t>
            </a:r>
            <a:r>
              <a:rPr dirty="0"/>
              <a:t>://coralreefwatch.noaa.gov/product/vs/description.php</a:t>
            </a:r>
          </a:p>
          <a:p>
            <a:r>
              <a:rPr dirty="0"/>
              <a:t>https://coralreefwatch.noaa.gov/product/vs_single_pixel_dev/fgb.php</a:t>
            </a:r>
          </a:p>
          <a:p>
            <a:r>
              <a:rPr dirty="0"/>
              <a:t>https://oceanwatch.pifsc.noaa.gov/erddap/griddap/CRW_sst_v3_1_monthly.html</a:t>
            </a:r>
          </a:p>
          <a:p>
            <a:r>
              <a:rPr dirty="0"/>
              <a:t>https://www.fisheries.noaa.gov/inport/item/37245</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2524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Sources (checked 8–9 October 2026):</a:t>
            </a:r>
          </a:p>
          <a:p>
            <a:r>
              <a:rPr dirty="0"/>
              <a:t>https://coralreefwatch.noaa.gov/product/vs/data/flower_garden.txt</a:t>
            </a:r>
          </a:p>
          <a:p>
            <a:r>
              <a:rPr dirty="0"/>
              <a:t>https://coralreefwatch.noaa.gov/product/vs/description.php</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83345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NOAA figure </a:t>
            </a:r>
            <a:r>
              <a:rPr dirty="0" smtClean="0"/>
              <a:t>from </a:t>
            </a:r>
            <a:r>
              <a:rPr dirty="0"/>
              <a:t>its Flower Garden Banks single-pixel page. </a:t>
            </a:r>
            <a:endParaRPr lang="en-US" dirty="0" smtClean="0"/>
          </a:p>
          <a:p>
            <a:endParaRPr dirty="0"/>
          </a:p>
          <a:p>
            <a:r>
              <a:rPr dirty="0"/>
              <a:t>Sources (checked 8–9 October 2026):</a:t>
            </a:r>
          </a:p>
          <a:p>
            <a:r>
              <a:rPr dirty="0"/>
              <a:t>https://coralreefwatch.noaa.gov/product/vs_single_pixel_dev/fgb.php</a:t>
            </a:r>
          </a:p>
          <a:p>
            <a:r>
              <a:rPr dirty="0"/>
              <a:t>https://coralreefwatch.noaa.gov/product/vs_single_pixel_dev/site_maps/site_map_fgb.png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93723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Could build out pixel level summaries as well as site wide average at ONMS</a:t>
            </a:r>
            <a:r>
              <a:rPr lang="en-US" baseline="0" dirty="0" smtClean="0"/>
              <a:t> locations (not available at all locations) </a:t>
            </a:r>
            <a:endParaRPr lang="en-US" dirty="0" smtClean="0"/>
          </a:p>
          <a:p>
            <a:endParaRPr dirty="0"/>
          </a:p>
          <a:p>
            <a:r>
              <a:rPr dirty="0"/>
              <a:t>Sources (checked 8–9 October 2026):</a:t>
            </a:r>
          </a:p>
          <a:p>
            <a:r>
              <a:rPr dirty="0"/>
              <a:t>https://coralreefwatch.noaa.gov/product/vs_single_pixel_dev/fgb.php</a:t>
            </a:r>
          </a:p>
          <a:p>
            <a:r>
              <a:rPr dirty="0"/>
              <a:t>https://coralreefwatch.noaa.gov/product/vs_single_pixel_exp/usvi.php</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56184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Pilot map derives from onms-fknms-graphicdata-embed/data/map_footprint.json. It contains 416 native 0.05-degree cell centers selected using the detailed boundary, excluding holes. This static export executes drawMap() from figure_only.html with its embedded map data. It retains all 134 display rings, including interior exclusions. The display outline is simplified and is not used for selection. Coordinates plotted in latitude/longitude. 414 of 416 cells have valid monthly SST in the included record (99.5% by count). This is coverage of selected cells, not a measured fraction of sanctuary area. Confirm the boundary version and revised sanctuary limits before production. NOAA boundary metadata is linked for provenance.</a:t>
            </a:r>
          </a:p>
          <a:p>
            <a:endParaRPr/>
          </a:p>
          <a:p>
            <a:r>
              <a:t>Sources (checked 8–9 October 2026):</a:t>
            </a:r>
          </a:p>
          <a:p>
            <a:r>
              <a:t>https://www.fisheries.noaa.gov/inport/item/37245</a:t>
            </a:r>
          </a:p>
          <a:p>
            <a:r>
              <a:t>https://oceanwatch.pifsc.noaa.gov/erddap/griddap/CRW_sst_v3_1_monthly.html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7945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Actual 500-month pilot series from onms-fknms-sst/data/sst_monthly.csv. Each month averages valid native CoralTemp grid cells whose centers lie inside the boundary, weighted by cosine(latitude), an approximate area weight for the regular grid. The chart plots mean_sst_c directly in degrees Celsius. No statistical trend or attribution is claimed by the figure. Raster access substantially reduced pull time in the pilot. Exact fractional-cell overlap weighting would be a separate design choice. The pilot also exports unweighted spatial p10 and p90, which describe cell spread rather than uncertainty in the mean.</a:t>
            </a:r>
          </a:p>
          <a:p>
            <a:endParaRPr/>
          </a:p>
          <a:p>
            <a:r>
              <a:t>Sources (checked 8–9 October 2026):</a:t>
            </a:r>
          </a:p>
          <a:p>
            <a:r>
              <a:t>https://oceanwatch.pifsc.noaa.gov/erddap/griddap/CRW_sst_v3_1_monthly.html</a:t>
            </a:r>
          </a:p>
          <a:p>
            <a:r>
              <a:t>https://www.fisheries.noaa.gov/inport/item/37245</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9101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smtClean="0"/>
              <a:t>Degree </a:t>
            </a:r>
            <a:r>
              <a:rPr dirty="0"/>
              <a:t>Heating Weeks, in °C-weeks. NOAA uses a location-specific maximum monthly mean climatology, with an SST bleaching threshold of MMM + 1°C. Daily alerts also depend on contemporaneous </a:t>
            </a:r>
            <a:r>
              <a:rPr dirty="0" err="1"/>
              <a:t>HotSpot</a:t>
            </a:r>
            <a:r>
              <a:rPr dirty="0"/>
              <a:t> and DHW. A monthly mean SST cannot reproduce those daily conditions. The named-site pilot calculates each site’s monthly maximum DHW. Its average of site maxima is descriptive only, since the maxima may occur on different days. Recommended presentation choice: preserve site peaks and the official regional metric separately, with exact labels. Existing CRW station pages may still show the heritage alert scale, according to NOAA’s USVI page notice. For implementation, consult the current global methodology.</a:t>
            </a:r>
          </a:p>
          <a:p>
            <a:endParaRPr dirty="0"/>
          </a:p>
          <a:p>
            <a:r>
              <a:rPr dirty="0"/>
              <a:t>Sources (checked 8–9 October 2026):</a:t>
            </a:r>
          </a:p>
          <a:p>
            <a:r>
              <a:rPr dirty="0"/>
              <a:t>https://coralreefwatch.noaa.gov/product/5km/methodology.php</a:t>
            </a:r>
          </a:p>
          <a:p>
            <a:r>
              <a:rPr dirty="0"/>
              <a:t>https://coralreefwatch.noaa.gov/product/vs_single_pixel_exp/usvi.php</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35439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next step is a proposed validation </a:t>
            </a:r>
            <a:r>
              <a:rPr dirty="0" smtClean="0"/>
              <a:t>exercise</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30908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AUDIT, 9 October 2026: Slide 5 image bytes match the downloaded NOAA PNG. All 501 regional monthly SST values, 1,473 named-site / average SST values, and 500 FKNMS SST means agree with independent calculations within 0.00005°C, consistent with four-decimal output rounding. All 416 map coordinates match stations.csv. The map in this revision uses the existing workflow renderer, including all display rings. The FKNMS series was checked against retained per-cell cache data; this audit does not claim the boundary is the latest legal extent. Every title on this slide is a clickable source link. Figure provenance: regional chart derives from the linked FGB ASCII file, retrieved 8 October 2026. Site chart derives from the named-site pilot CSV outputs. Site map is the NOAA original PNG linked in slide 5 notes. Boundary map and SST chart derive from the Florida Keys pilot output files, with data through August 2026. Date ranges differ by source and are explicit in the deck.</a:t>
            </a:r>
          </a:p>
          <a:p>
            <a:endParaRPr/>
          </a:p>
          <a:p>
            <a:r>
              <a:t>Sources (checked 8–9 October 2026):</a:t>
            </a:r>
          </a:p>
          <a:p>
            <a:r>
              <a:t>https://coralreefwatch.noaa.gov/product/vs/description.php</a:t>
            </a:r>
          </a:p>
          <a:p>
            <a:r>
              <a:t>https://coralreefwatch.noaa.gov/product/vs/gauges/flower_garden.php</a:t>
            </a:r>
          </a:p>
          <a:p>
            <a:r>
              <a:t>https://coralreefwatch.noaa.gov/product/vs/data/flower_garden.txt</a:t>
            </a:r>
          </a:p>
          <a:p>
            <a:r>
              <a:t>https://coralreefwatch.noaa.gov/product/vs_single_pixel_dev/fgb.php</a:t>
            </a:r>
          </a:p>
          <a:p>
            <a:r>
              <a:t>https://coralreefwatch.noaa.gov/product/vs_single_pixel_exp/usvi.php</a:t>
            </a:r>
          </a:p>
          <a:p>
            <a:r>
              <a:t>https://coralreefwatch.noaa.gov/product/vs_single_pixel_dev/site_maps/site_map_fgb.png</a:t>
            </a:r>
          </a:p>
          <a:p>
            <a:r>
              <a:t>https://oceanwatch.pifsc.noaa.gov/erddap/griddap/CRW_sst_v3_1_monthly.html</a:t>
            </a:r>
          </a:p>
          <a:p>
            <a:r>
              <a:t>https://www.fisheries.noaa.gov/inport/item/37245</a:t>
            </a:r>
          </a:p>
          <a:p>
            <a:r>
              <a:t>https://coralreefwatch.noaa.gov/product/5km/methodology.php</a:t>
            </a:r>
          </a:p>
          <a:p>
            <a:r>
              <a:t>https://coralreefwatch.noaa.gov/product/vs/data.php</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59787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NOAA PNG embedded without cropping or changes to data or labels. Resized proportionally for display. 2025–2026 regional figure. This is a daily NOAA plot, distinct from our monthly workflow charts, and its displayed years differ. NOAA reports that these station images still use the heritage alert scale. The source URL for the regional current figure can change over time; this deck retains the downloaded 9 October 2026 snapshot. Original file SHA-256: 934fcc6abe06ad7af135b8069fc5972dd0fd602f1397aacf7623a75c46cd3cbf</a:t>
            </a:r>
          </a:p>
          <a:p>
            <a:endParaRPr/>
          </a:p>
          <a:p>
            <a:r>
              <a:t>Sources (checked 8–9 October 2026):</a:t>
            </a:r>
          </a:p>
          <a:p>
            <a:r>
              <a:t>https://coralreefwatch.noaa.gov/product/vs/gauges/flower_garden.php</a:t>
            </a:r>
          </a:p>
          <a:p>
            <a:r>
              <a:t>https://coralreefwatch.noaa.gov/data/vs/ts_figures/ts_2yr/current/current_ts_flower_garden.png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40661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NOAA PNG embedded without cropping or changes to data or labels. Resized proportionally for display. 2024–2025 single-pixel figure. This is a daily NOAA plot, distinct from our monthly workflow charts, and its displayed years differ. NOAA reports that these station images still use the heritage alert scale. The source URL for the regional current figure can change over time; this deck retains the downloaded 9 October 2026 snapshot. Original file SHA-256: b60bfb4587b4ccbf00dd4c0d0b89416b89014303e3e823f7b0c460a4aef8be8c</a:t>
            </a:r>
          </a:p>
          <a:p>
            <a:endParaRPr/>
          </a:p>
          <a:p>
            <a:r>
              <a:t>Sources (checked 8–9 October 2026):</a:t>
            </a:r>
          </a:p>
          <a:p>
            <a:r>
              <a:t>https://coralreefwatch.noaa.gov/product/vs_single_pixel_dev/fgb.php</a:t>
            </a:r>
          </a:p>
          <a:p>
            <a:r>
              <a:t>https://coralreefwatch.noaa.gov/product/vs_single_pixel_dev/ts_figures/ts_2yr/2024_2025/2024_2025_ts_AtlanticOcean_Caribbean_FlowerGardenBanks_WestFlowerGardenBank.png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45658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49BBB33-44D8-4CD3-B973-9375AD8B2F0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2137013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9BBB33-44D8-4CD3-B973-9375AD8B2F0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1724741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49BBB33-44D8-4CD3-B973-9375AD8B2F0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22141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49BBB33-44D8-4CD3-B973-9375AD8B2F0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86209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49BBB33-44D8-4CD3-B973-9375AD8B2F07}"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1313912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9BBB33-44D8-4CD3-B973-9375AD8B2F07}"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1844923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9BBB33-44D8-4CD3-B973-9375AD8B2F07}"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4142105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9BBB33-44D8-4CD3-B973-9375AD8B2F0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329079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9BBB33-44D8-4CD3-B973-9375AD8B2F0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1777163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9BBB33-44D8-4CD3-B973-9375AD8B2F0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1733330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9BBB33-44D8-4CD3-B973-9375AD8B2F0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2C7ECD-FDAC-4D94-8F89-4045B0632692}" type="slidenum">
              <a:rPr lang="en-US" smtClean="0"/>
              <a:t>‹#›</a:t>
            </a:fld>
            <a:endParaRPr lang="en-US"/>
          </a:p>
        </p:txBody>
      </p:sp>
    </p:spTree>
    <p:extLst>
      <p:ext uri="{BB962C8B-B14F-4D97-AF65-F5344CB8AC3E}">
        <p14:creationId xmlns:p14="http://schemas.microsoft.com/office/powerpoint/2010/main" val="2688424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9BBB33-44D8-4CD3-B973-9375AD8B2F07}" type="datetimeFigureOut">
              <a:rPr lang="en-US" smtClean="0"/>
              <a:t>10/21/2026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2C7ECD-FDAC-4D94-8F89-4045B0632692}" type="slidenum">
              <a:rPr lang="en-US" smtClean="0"/>
              <a:t>‹#›</a:t>
            </a:fld>
            <a:endParaRPr lang="en-US"/>
          </a:p>
        </p:txBody>
      </p:sp>
    </p:spTree>
    <p:extLst>
      <p:ext uri="{BB962C8B-B14F-4D97-AF65-F5344CB8AC3E}">
        <p14:creationId xmlns:p14="http://schemas.microsoft.com/office/powerpoint/2010/main" val="245612095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coralreefwatch.noaa.gov/product/vs/description.php" TargetMode="External"/><Relationship Id="rId5" Type="http://schemas.openxmlformats.org/officeDocument/2006/relationships/hyperlink" Target="https://coralreefwatch.noaa.gov/product/vs/data/flower_garden.txt" TargetMode="External"/><Relationship Id="rId4" Type="http://schemas.openxmlformats.org/officeDocument/2006/relationships/hyperlink" Target="https://coralreefwatch.noaa.gov/product/vs/gauges/flower_garden.ph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coralreefwatch.noaa.gov/product/vs_single_pixel_dev/fgb.php" TargetMode="Externa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coralreefwatch.noaa.gov/product/vs_single_pixel_exp/usvi.php" TargetMode="External"/><Relationship Id="rId4" Type="http://schemas.openxmlformats.org/officeDocument/2006/relationships/hyperlink" Target="https://coralreefwatch.noaa.gov/product/vs_single_pixel_dev/fgb.ph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www.fisheries.noaa.gov/inport/item/37245" TargetMode="Externa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oceanwatch.pifsc.noaa.gov/erddap/griddap/CRW_sst_v3_1_monthly.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oralreefwatch.noaa.gov/product/5km/methodology.php"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oceanwatch.pifsc.noaa.gov/erddap/griddap/CRW_sst_v3_1_monthly.html" TargetMode="External"/><Relationship Id="rId3" Type="http://schemas.openxmlformats.org/officeDocument/2006/relationships/hyperlink" Target="https://coralreefwatch.noaa.gov/product/vs/data.php" TargetMode="External"/><Relationship Id="rId7" Type="http://schemas.openxmlformats.org/officeDocument/2006/relationships/hyperlink" Target="https://coralreefwatch.noaa.gov/product/vs_single_pixel_exp/usvi.php"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coralreefwatch.noaa.gov/product/vs_single_pixel_dev/fgb.php" TargetMode="External"/><Relationship Id="rId5" Type="http://schemas.openxmlformats.org/officeDocument/2006/relationships/hyperlink" Target="https://coralreefwatch.noaa.gov/product/vs/data/flower_garden.txt" TargetMode="External"/><Relationship Id="rId10" Type="http://schemas.openxmlformats.org/officeDocument/2006/relationships/hyperlink" Target="https://coralreefwatch.noaa.gov/product/5km/methodology.php" TargetMode="External"/><Relationship Id="rId4" Type="http://schemas.openxmlformats.org/officeDocument/2006/relationships/hyperlink" Target="https://coralreefwatch.noaa.gov/product/vs/description.php" TargetMode="External"/><Relationship Id="rId9" Type="http://schemas.openxmlformats.org/officeDocument/2006/relationships/hyperlink" Target="https://www.fisheries.noaa.gov/inport/item/37245"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hyperlink" Target="https://coralreefwatch.noaa.gov/data/vs/ts_figures/ts_2yr/current/current_ts_flower_garden.png" TargetMode="External"/><Relationship Id="rId4" Type="http://schemas.openxmlformats.org/officeDocument/2006/relationships/hyperlink" Target="https://coralreefwatch.noaa.gov/product/vs/gauges/flower_garden.ph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coralreefwatch.noaa.gov/product/vs_single_pixel_dev/ts_figures/ts_2yr/2024_2025/2024_2025_ts_AtlanticOcean_Caribbean_FlowerGardenBanks_WestFlowerGardenBank.png" TargetMode="External"/><Relationship Id="rId4" Type="http://schemas.openxmlformats.org/officeDocument/2006/relationships/hyperlink" Target="https://coralreefwatch.noaa.gov/product/vs_single_pixel_dev/fgb.ph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121F7DE-9DC1-4C1B-A989-2057596ACE96}"/>
              </a:ext>
            </a:extLst>
          </p:cNvPr>
          <p:cNvSpPr>
            <a:spLocks noGrp="1"/>
          </p:cNvSpPr>
          <p:nvPr/>
        </p:nvSpPr>
        <p:spPr>
          <a:xfrm>
            <a:off x="685800" y="552450"/>
            <a:ext cx="10820400" cy="342900"/>
          </a:xfrm>
          <a:prstGeom prst="rect">
            <a:avLst/>
          </a:prstGeom>
          <a:noFill/>
          <a:ln w="0">
            <a:noFill/>
          </a:ln>
        </p:spPr>
        <p:txBody>
          <a:bodyPr wrap="square" lIns="0" tIns="0" rIns="0" bIns="0" anchor="t">
            <a:noAutofit/>
          </a:bodyPr>
          <a:lstStyle>
            <a:defPPr>
              <a:defRPr sz="1575" b="1">
                <a:solidFill>
                  <a:srgbClr val="7DD5D1"/>
                </a:solidFill>
                <a:latin typeface="DejaVu Sans"/>
                <a:ea typeface="DejaVu Sans"/>
                <a:cs typeface="DejaVu Sans"/>
              </a:defRPr>
            </a:defPPr>
          </a:lstStyle>
          <a:p>
            <a:pPr>
              <a:defRPr sz="1575" b="1">
                <a:solidFill>
                  <a:srgbClr val="7DD5D1"/>
                </a:solidFill>
                <a:latin typeface="DejaVu Sans"/>
                <a:ea typeface="DejaVu Sans"/>
                <a:cs typeface="DejaVu Sans"/>
              </a:defRPr>
            </a:pPr>
            <a:r>
              <a:rPr sz="1575" b="1">
                <a:solidFill>
                  <a:srgbClr val="7DD5D1"/>
                </a:solidFill>
                <a:latin typeface="DejaVu Sans"/>
                <a:ea typeface="DejaVu Sans"/>
                <a:cs typeface="DejaVu Sans"/>
              </a:rPr>
              <a:t>SANCTUARY WATCH</a:t>
            </a:r>
          </a:p>
        </p:txBody>
      </p:sp>
      <p:sp>
        <p:nvSpPr>
          <p:cNvPr id="2" name="Rectangle 1">
            <a:extLst>
              <a:ext uri="{FF2B5EF4-FFF2-40B4-BE49-F238E27FC236}">
                <a16:creationId xmlns="" xmlns:a16="http://schemas.microsoft.com/office/drawing/2014/main" id="{7715A06F-6828-4B5E-9CA2-9E70B3A46229}"/>
              </a:ext>
            </a:extLst>
          </p:cNvPr>
          <p:cNvSpPr>
            <a:spLocks noGrp="1"/>
          </p:cNvSpPr>
          <p:nvPr/>
        </p:nvSpPr>
        <p:spPr>
          <a:xfrm>
            <a:off x="685799" y="1819275"/>
            <a:ext cx="11111089" cy="1762125"/>
          </a:xfrm>
          <a:prstGeom prst="rect">
            <a:avLst/>
          </a:prstGeom>
          <a:noFill/>
          <a:ln w="0">
            <a:noFill/>
          </a:ln>
        </p:spPr>
        <p:txBody>
          <a:bodyPr wrap="square" lIns="0" tIns="0" rIns="0" bIns="0" anchor="t">
            <a:noAutofit/>
          </a:bodyPr>
          <a:lstStyle>
            <a:defPPr>
              <a:defRPr sz="5025" b="1">
                <a:solidFill>
                  <a:srgbClr val="FFFFFF"/>
                </a:solidFill>
                <a:latin typeface="DejaVu Sans"/>
                <a:ea typeface="DejaVu Sans"/>
                <a:cs typeface="DejaVu Sans"/>
              </a:defRPr>
            </a:defPPr>
          </a:lstStyle>
          <a:p>
            <a:pPr>
              <a:defRPr sz="5025" b="1">
                <a:solidFill>
                  <a:srgbClr val="FFFFFF"/>
                </a:solidFill>
                <a:latin typeface="DejaVu Sans"/>
                <a:ea typeface="DejaVu Sans"/>
                <a:cs typeface="DejaVu Sans"/>
              </a:defRPr>
            </a:pPr>
            <a:r>
              <a:rPr sz="5025" b="1" dirty="0">
                <a:solidFill>
                  <a:srgbClr val="FFFFFF"/>
                </a:solidFill>
                <a:latin typeface="DejaVu Sans"/>
                <a:ea typeface="DejaVu Sans"/>
                <a:cs typeface="DejaVu Sans"/>
              </a:rPr>
              <a:t>Coral Reef Watch</a:t>
            </a:r>
          </a:p>
          <a:p>
            <a:pPr>
              <a:defRPr sz="5025" b="1">
                <a:solidFill>
                  <a:srgbClr val="FFFFFF"/>
                </a:solidFill>
                <a:latin typeface="DejaVu Sans"/>
                <a:ea typeface="DejaVu Sans"/>
                <a:cs typeface="DejaVu Sans"/>
              </a:defRPr>
            </a:pPr>
            <a:r>
              <a:rPr sz="5025" b="1" dirty="0">
                <a:solidFill>
                  <a:srgbClr val="FFFFFF"/>
                </a:solidFill>
                <a:latin typeface="DejaVu Sans"/>
                <a:ea typeface="DejaVu Sans"/>
                <a:cs typeface="DejaVu Sans"/>
              </a:rPr>
              <a:t>data design </a:t>
            </a:r>
            <a:r>
              <a:rPr sz="5025" b="1" dirty="0" smtClean="0">
                <a:solidFill>
                  <a:srgbClr val="FFFFFF"/>
                </a:solidFill>
                <a:latin typeface="DejaVu Sans"/>
                <a:ea typeface="DejaVu Sans"/>
                <a:cs typeface="DejaVu Sans"/>
              </a:rPr>
              <a:t>choices</a:t>
            </a:r>
            <a:r>
              <a:rPr lang="en-US" sz="5025" b="1" dirty="0" smtClean="0">
                <a:solidFill>
                  <a:srgbClr val="FFFFFF"/>
                </a:solidFill>
                <a:latin typeface="DejaVu Sans"/>
                <a:ea typeface="DejaVu Sans"/>
                <a:cs typeface="DejaVu Sans"/>
              </a:rPr>
              <a:t> for ONMS</a:t>
            </a:r>
            <a:endParaRPr sz="5025" b="1" dirty="0">
              <a:solidFill>
                <a:srgbClr val="FFFFFF"/>
              </a:solidFill>
              <a:latin typeface="DejaVu Sans"/>
              <a:ea typeface="DejaVu Sans"/>
              <a:cs typeface="DejaVu Sans"/>
            </a:endParaRPr>
          </a:p>
        </p:txBody>
      </p:sp>
      <p:sp>
        <p:nvSpPr>
          <p:cNvPr id="3" name="Rectangle 2">
            <a:extLst>
              <a:ext uri="{FF2B5EF4-FFF2-40B4-BE49-F238E27FC236}">
                <a16:creationId xmlns="" xmlns:a16="http://schemas.microsoft.com/office/drawing/2014/main" id="{AE72AD4A-F409-4F44-B0CA-F034087EC79B}"/>
              </a:ext>
            </a:extLst>
          </p:cNvPr>
          <p:cNvSpPr>
            <a:spLocks noGrp="1"/>
          </p:cNvSpPr>
          <p:nvPr/>
        </p:nvSpPr>
        <p:spPr>
          <a:xfrm>
            <a:off x="723900" y="4019550"/>
            <a:ext cx="10382250" cy="952500"/>
          </a:xfrm>
          <a:prstGeom prst="rect">
            <a:avLst/>
          </a:prstGeom>
          <a:noFill/>
          <a:ln w="0">
            <a:noFill/>
          </a:ln>
        </p:spPr>
        <p:txBody>
          <a:bodyPr wrap="square" lIns="0" tIns="0" rIns="0" bIns="0" anchor="t">
            <a:noAutofit/>
          </a:bodyPr>
          <a:lstStyle>
            <a:defPPr>
              <a:defRPr sz="2325" b="0">
                <a:solidFill>
                  <a:srgbClr val="D1E5EB"/>
                </a:solidFill>
                <a:latin typeface="DejaVu Sans"/>
                <a:ea typeface="DejaVu Sans"/>
                <a:cs typeface="DejaVu Sans"/>
              </a:defRPr>
            </a:defPPr>
          </a:lstStyle>
          <a:p>
            <a:pPr>
              <a:defRPr sz="2325" b="0">
                <a:solidFill>
                  <a:srgbClr val="D1E5EB"/>
                </a:solidFill>
                <a:latin typeface="DejaVu Sans"/>
                <a:ea typeface="DejaVu Sans"/>
                <a:cs typeface="DejaVu Sans"/>
              </a:defRPr>
            </a:pPr>
            <a:r>
              <a:rPr lang="en-US" sz="2325" b="0" dirty="0" smtClean="0">
                <a:solidFill>
                  <a:srgbClr val="D1E5EB"/>
                </a:solidFill>
                <a:latin typeface="DejaVu Sans"/>
                <a:ea typeface="DejaVu Sans"/>
                <a:cs typeface="DejaVu Sans"/>
              </a:rPr>
              <a:t>Internal discussion Sanctuary Watch Team</a:t>
            </a:r>
            <a:endParaRPr sz="2325" b="0" dirty="0">
              <a:solidFill>
                <a:srgbClr val="D1E5EB"/>
              </a:solidFill>
              <a:latin typeface="DejaVu Sans"/>
              <a:ea typeface="DejaVu Sans"/>
              <a:cs typeface="DejaVu Sans"/>
            </a:endParaRPr>
          </a:p>
        </p:txBody>
      </p:sp>
    </p:spTree>
    <p:extLst>
      <p:ext uri="{BB962C8B-B14F-4D97-AF65-F5344CB8AC3E}">
        <p14:creationId xmlns:p14="http://schemas.microsoft.com/office/powerpoint/2010/main" val="95816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BAFACF4B-CDC5-434D-B935-216C5709D75C}"/>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E1D80D94-07A5-4EDE-A160-47C3F05DB65F}"/>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dirty="0">
                <a:solidFill>
                  <a:srgbClr val="102F43"/>
                </a:solidFill>
                <a:latin typeface="DejaVu Sans"/>
                <a:ea typeface="DejaVu Sans"/>
                <a:cs typeface="DejaVu Sans"/>
              </a:rPr>
              <a:t>What do we want to publish</a:t>
            </a:r>
            <a:r>
              <a:rPr sz="3225" b="1" dirty="0" smtClean="0">
                <a:solidFill>
                  <a:srgbClr val="102F43"/>
                </a:solidFill>
                <a:latin typeface="DejaVu Sans"/>
                <a:ea typeface="DejaVu Sans"/>
                <a:cs typeface="DejaVu Sans"/>
              </a:rPr>
              <a:t>?</a:t>
            </a:r>
            <a:r>
              <a:rPr lang="en-US" sz="3225" b="1" dirty="0" smtClean="0">
                <a:solidFill>
                  <a:srgbClr val="102F43"/>
                </a:solidFill>
                <a:latin typeface="DejaVu Sans"/>
                <a:ea typeface="DejaVu Sans"/>
                <a:cs typeface="DejaVu Sans"/>
              </a:rPr>
              <a:t> Options:</a:t>
            </a:r>
            <a:endParaRPr sz="3225" b="1" dirty="0">
              <a:solidFill>
                <a:srgbClr val="102F43"/>
              </a:solidFill>
              <a:latin typeface="DejaVu Sans"/>
              <a:ea typeface="DejaVu Sans"/>
              <a:cs typeface="DejaVu Sans"/>
            </a:endParaRPr>
          </a:p>
        </p:txBody>
      </p:sp>
      <p:sp>
        <p:nvSpPr>
          <p:cNvPr id="3" name="Rectangle 2">
            <a:extLst>
              <a:ext uri="{FF2B5EF4-FFF2-40B4-BE49-F238E27FC236}">
                <a16:creationId xmlns="" xmlns:a16="http://schemas.microsoft.com/office/drawing/2014/main" id="{7C0EB46A-456D-489E-9BDB-D373CFA687B5}"/>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64BA08BC-611A-430A-8714-0F24B97BCAAE}"/>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02</a:t>
            </a:r>
          </a:p>
        </p:txBody>
      </p:sp>
      <p:sp>
        <p:nvSpPr>
          <p:cNvPr id="5" name="Rectangle 4">
            <a:extLst>
              <a:ext uri="{FF2B5EF4-FFF2-40B4-BE49-F238E27FC236}">
                <a16:creationId xmlns="" xmlns:a16="http://schemas.microsoft.com/office/drawing/2014/main" id="{E5CAA161-BD20-4A4D-B994-641FB37A1EBB}"/>
              </a:ext>
            </a:extLst>
          </p:cNvPr>
          <p:cNvSpPr>
            <a:spLocks noGrp="1"/>
          </p:cNvSpPr>
          <p:nvPr/>
        </p:nvSpPr>
        <p:spPr>
          <a:xfrm>
            <a:off x="609600" y="1952625"/>
            <a:ext cx="10477500" cy="400050"/>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dirty="0">
                <a:solidFill>
                  <a:srgbClr val="007F86"/>
                </a:solidFill>
                <a:latin typeface="DejaVu Sans"/>
                <a:ea typeface="DejaVu Sans"/>
                <a:cs typeface="DejaVu Sans"/>
              </a:rPr>
              <a:t>Monthly data package</a:t>
            </a:r>
          </a:p>
        </p:txBody>
      </p:sp>
      <p:sp>
        <p:nvSpPr>
          <p:cNvPr id="6" name="Rectangle 5">
            <a:extLst>
              <a:ext uri="{FF2B5EF4-FFF2-40B4-BE49-F238E27FC236}">
                <a16:creationId xmlns="" xmlns:a16="http://schemas.microsoft.com/office/drawing/2014/main" id="{38769723-9574-435D-A024-E2FFE00FA169}"/>
              </a:ext>
            </a:extLst>
          </p:cNvPr>
          <p:cNvSpPr>
            <a:spLocks noGrp="1"/>
          </p:cNvSpPr>
          <p:nvPr/>
        </p:nvSpPr>
        <p:spPr>
          <a:xfrm>
            <a:off x="609600" y="2390775"/>
            <a:ext cx="10477500" cy="7239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CSV files with documented units, coverage, source dates and a reproducible script.</a:t>
            </a:r>
          </a:p>
        </p:txBody>
      </p:sp>
      <p:sp>
        <p:nvSpPr>
          <p:cNvPr id="7" name="Rectangle 6">
            <a:extLst>
              <a:ext uri="{FF2B5EF4-FFF2-40B4-BE49-F238E27FC236}">
                <a16:creationId xmlns="" xmlns:a16="http://schemas.microsoft.com/office/drawing/2014/main" id="{30A014FD-0B98-463C-A9EF-7E13F481A61F}"/>
              </a:ext>
            </a:extLst>
          </p:cNvPr>
          <p:cNvSpPr>
            <a:spLocks noGrp="1"/>
          </p:cNvSpPr>
          <p:nvPr/>
        </p:nvSpPr>
        <p:spPr>
          <a:xfrm>
            <a:off x="609600" y="3352800"/>
            <a:ext cx="10477500" cy="400050"/>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a:solidFill>
                  <a:srgbClr val="007F86"/>
                </a:solidFill>
                <a:latin typeface="DejaVu Sans"/>
                <a:ea typeface="DejaVu Sans"/>
                <a:cs typeface="DejaVu Sans"/>
              </a:rPr>
              <a:t>A chart for each sanctuary</a:t>
            </a:r>
          </a:p>
        </p:txBody>
      </p:sp>
      <p:sp>
        <p:nvSpPr>
          <p:cNvPr id="8" name="Rectangle 7">
            <a:extLst>
              <a:ext uri="{FF2B5EF4-FFF2-40B4-BE49-F238E27FC236}">
                <a16:creationId xmlns="" xmlns:a16="http://schemas.microsoft.com/office/drawing/2014/main" id="{7DD419C4-7F0D-4CCC-995E-5404339B9FEC}"/>
              </a:ext>
            </a:extLst>
          </p:cNvPr>
          <p:cNvSpPr>
            <a:spLocks noGrp="1"/>
          </p:cNvSpPr>
          <p:nvPr/>
        </p:nvSpPr>
        <p:spPr>
          <a:xfrm>
            <a:off x="609600" y="3790950"/>
            <a:ext cx="10477500" cy="7239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An interactive HTML figure for WordPress / Graphic Data, with a simple location </a:t>
            </a:r>
            <a:r>
              <a:rPr sz="1875" b="0" dirty="0" smtClean="0">
                <a:solidFill>
                  <a:srgbClr val="183A4C"/>
                </a:solidFill>
                <a:latin typeface="DejaVu Sans"/>
                <a:ea typeface="DejaVu Sans"/>
                <a:cs typeface="DejaVu Sans"/>
              </a:rPr>
              <a:t>map</a:t>
            </a:r>
            <a:r>
              <a:rPr lang="en-US" sz="1875" b="0" dirty="0" smtClean="0">
                <a:solidFill>
                  <a:srgbClr val="183A4C"/>
                </a:solidFill>
                <a:latin typeface="DejaVu Sans"/>
                <a:ea typeface="DejaVu Sans"/>
                <a:cs typeface="DejaVu Sans"/>
              </a:rPr>
              <a:t> inset</a:t>
            </a:r>
            <a:r>
              <a:rPr sz="1875" b="0" dirty="0" smtClean="0">
                <a:solidFill>
                  <a:srgbClr val="183A4C"/>
                </a:solidFill>
                <a:latin typeface="DejaVu Sans"/>
                <a:ea typeface="DejaVu Sans"/>
                <a:cs typeface="DejaVu Sans"/>
              </a:rPr>
              <a:t>.</a:t>
            </a:r>
            <a:endParaRPr sz="1875" b="0" dirty="0">
              <a:solidFill>
                <a:srgbClr val="183A4C"/>
              </a:solidFill>
              <a:latin typeface="DejaVu Sans"/>
              <a:ea typeface="DejaVu Sans"/>
              <a:cs typeface="DejaVu Sans"/>
            </a:endParaRPr>
          </a:p>
        </p:txBody>
      </p:sp>
      <p:sp>
        <p:nvSpPr>
          <p:cNvPr id="9" name="Rectangle 8">
            <a:extLst>
              <a:ext uri="{FF2B5EF4-FFF2-40B4-BE49-F238E27FC236}">
                <a16:creationId xmlns="" xmlns:a16="http://schemas.microsoft.com/office/drawing/2014/main" id="{E78DF4B6-86DE-49C8-9EC4-A6BD56DF3424}"/>
              </a:ext>
            </a:extLst>
          </p:cNvPr>
          <p:cNvSpPr>
            <a:spLocks noGrp="1"/>
          </p:cNvSpPr>
          <p:nvPr/>
        </p:nvSpPr>
        <p:spPr>
          <a:xfrm>
            <a:off x="609600" y="4752975"/>
            <a:ext cx="10477500" cy="400050"/>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dirty="0">
                <a:solidFill>
                  <a:srgbClr val="007F86"/>
                </a:solidFill>
                <a:latin typeface="DejaVu Sans"/>
                <a:ea typeface="DejaVu Sans"/>
                <a:cs typeface="DejaVu Sans"/>
              </a:rPr>
              <a:t>An optional all-stations </a:t>
            </a:r>
            <a:r>
              <a:rPr sz="2025" b="1" dirty="0" smtClean="0">
                <a:solidFill>
                  <a:srgbClr val="007F86"/>
                </a:solidFill>
                <a:latin typeface="DejaVu Sans"/>
                <a:ea typeface="DejaVu Sans"/>
                <a:cs typeface="DejaVu Sans"/>
              </a:rPr>
              <a:t>page</a:t>
            </a:r>
            <a:endParaRPr sz="2025" b="1" dirty="0">
              <a:solidFill>
                <a:srgbClr val="007F86"/>
              </a:solidFill>
              <a:latin typeface="DejaVu Sans"/>
              <a:ea typeface="DejaVu Sans"/>
              <a:cs typeface="DejaVu Sans"/>
            </a:endParaRPr>
          </a:p>
        </p:txBody>
      </p:sp>
      <p:sp>
        <p:nvSpPr>
          <p:cNvPr id="10" name="Rectangle 9">
            <a:extLst>
              <a:ext uri="{FF2B5EF4-FFF2-40B4-BE49-F238E27FC236}">
                <a16:creationId xmlns="" xmlns:a16="http://schemas.microsoft.com/office/drawing/2014/main" id="{09194DA9-7040-4065-8F36-068EDEEEAA36}"/>
              </a:ext>
            </a:extLst>
          </p:cNvPr>
          <p:cNvSpPr>
            <a:spLocks noGrp="1"/>
          </p:cNvSpPr>
          <p:nvPr/>
        </p:nvSpPr>
        <p:spPr>
          <a:xfrm>
            <a:off x="609600" y="5191125"/>
            <a:ext cx="10477500" cy="7239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A landing page to compare locations and download data from one </a:t>
            </a:r>
            <a:r>
              <a:rPr sz="1875" b="0" dirty="0" smtClean="0">
                <a:solidFill>
                  <a:srgbClr val="183A4C"/>
                </a:solidFill>
                <a:latin typeface="DejaVu Sans"/>
                <a:ea typeface="DejaVu Sans"/>
                <a:cs typeface="DejaVu Sans"/>
              </a:rPr>
              <a:t>place</a:t>
            </a:r>
            <a:r>
              <a:rPr lang="en-US" sz="1875" b="0" dirty="0" smtClean="0">
                <a:solidFill>
                  <a:srgbClr val="183A4C"/>
                </a:solidFill>
                <a:latin typeface="DejaVu Sans"/>
                <a:ea typeface="DejaVu Sans"/>
                <a:cs typeface="DejaVu Sans"/>
              </a:rPr>
              <a:t> (potential pages implementation)</a:t>
            </a:r>
            <a:r>
              <a:rPr sz="1875" b="0" dirty="0" smtClean="0">
                <a:solidFill>
                  <a:srgbClr val="183A4C"/>
                </a:solidFill>
                <a:latin typeface="DejaVu Sans"/>
                <a:ea typeface="DejaVu Sans"/>
                <a:cs typeface="DejaVu Sans"/>
              </a:rPr>
              <a:t>.</a:t>
            </a:r>
            <a:endParaRPr sz="1875" b="0" dirty="0">
              <a:solidFill>
                <a:srgbClr val="183A4C"/>
              </a:solidFill>
              <a:latin typeface="DejaVu Sans"/>
              <a:ea typeface="DejaVu Sans"/>
              <a:cs typeface="DejaVu Sans"/>
            </a:endParaRPr>
          </a:p>
        </p:txBody>
      </p:sp>
    </p:spTree>
    <p:extLst>
      <p:ext uri="{BB962C8B-B14F-4D97-AF65-F5344CB8AC3E}">
        <p14:creationId xmlns:p14="http://schemas.microsoft.com/office/powerpoint/2010/main" val="505112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C1A0BD94-082A-4E93-A40A-786D91E8C12C}"/>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AE76F5E4-F920-4EAA-9F7F-EBACD8675B5A}"/>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Three options answer different questions</a:t>
            </a:r>
          </a:p>
        </p:txBody>
      </p:sp>
      <p:sp>
        <p:nvSpPr>
          <p:cNvPr id="3" name="Rectangle 2">
            <a:extLst>
              <a:ext uri="{FF2B5EF4-FFF2-40B4-BE49-F238E27FC236}">
                <a16:creationId xmlns="" xmlns:a16="http://schemas.microsoft.com/office/drawing/2014/main" id="{3DD88DD9-C17A-4914-AB1B-7AD568758076}"/>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0077EC54-E143-4BB2-ABA8-425FE0FA90D2}"/>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03</a:t>
            </a:r>
          </a:p>
        </p:txBody>
      </p:sp>
      <p:graphicFrame>
        <p:nvGraphicFramePr>
          <p:cNvPr id="5" name="Table 4">
            <a:extLst>
              <a:ext uri="{FF2B5EF4-FFF2-40B4-BE49-F238E27FC236}">
                <a16:creationId xmlns="" xmlns:a16="http://schemas.microsoft.com/office/drawing/2014/main" id="{F9FD5379-5FEB-4908-83AD-0E7F023C2E62}"/>
              </a:ext>
            </a:extLst>
          </p:cNvPr>
          <p:cNvGraphicFramePr/>
          <p:nvPr/>
        </p:nvGraphicFramePr>
        <p:xfrm>
          <a:off x="609600" y="1962150"/>
          <a:ext cx="10972800" cy="3295652"/>
        </p:xfrm>
        <a:graphic>
          <a:graphicData uri="http://schemas.openxmlformats.org/drawingml/2006/table">
            <a:tbl>
              <a:tblPr/>
              <a:tblGrid>
                <a:gridCol w="3095625"/>
                <a:gridCol w="4286250"/>
                <a:gridCol w="3590925"/>
              </a:tblGrid>
              <a:tr h="823913">
                <a:tc>
                  <a:txBody>
                    <a:bodyPr/>
                    <a:lstStyle/>
                    <a:p>
                      <a:r>
                        <a:rPr sz="1800" b="1">
                          <a:solidFill>
                            <a:srgbClr val="FFFFFF"/>
                          </a:solidFill>
                          <a:latin typeface="DejaVu Sans"/>
                          <a:ea typeface="DejaVu Sans"/>
                          <a:cs typeface="DejaVu Sans"/>
                        </a:rPr>
                        <a:t>Approach</a:t>
                      </a:r>
                    </a:p>
                  </a:txBody>
                  <a:tcPr anchor="ctr">
                    <a:solidFill>
                      <a:srgbClr val="102F43"/>
                    </a:solidFill>
                  </a:tcPr>
                </a:tc>
                <a:tc>
                  <a:txBody>
                    <a:bodyPr/>
                    <a:lstStyle/>
                    <a:p>
                      <a:r>
                        <a:rPr sz="1800" b="1">
                          <a:solidFill>
                            <a:srgbClr val="FFFFFF"/>
                          </a:solidFill>
                          <a:latin typeface="DejaVu Sans"/>
                          <a:ea typeface="DejaVu Sans"/>
                          <a:cs typeface="DejaVu Sans"/>
                        </a:rPr>
                        <a:t>Geographic meaning</a:t>
                      </a:r>
                    </a:p>
                  </a:txBody>
                  <a:tcPr anchor="ctr">
                    <a:solidFill>
                      <a:srgbClr val="102F43"/>
                    </a:solidFill>
                  </a:tcPr>
                </a:tc>
                <a:tc>
                  <a:txBody>
                    <a:bodyPr/>
                    <a:lstStyle/>
                    <a:p>
                      <a:r>
                        <a:rPr sz="1800" b="1">
                          <a:solidFill>
                            <a:srgbClr val="FFFFFF"/>
                          </a:solidFill>
                          <a:latin typeface="DejaVu Sans"/>
                          <a:ea typeface="DejaVu Sans"/>
                          <a:cs typeface="DejaVu Sans"/>
                        </a:rPr>
                        <a:t>Best fit</a:t>
                      </a:r>
                    </a:p>
                  </a:txBody>
                  <a:tcPr anchor="ctr">
                    <a:solidFill>
                      <a:srgbClr val="102F43"/>
                    </a:solidFill>
                  </a:tcPr>
                </a:tc>
              </a:tr>
              <a:tr h="823913">
                <a:tc>
                  <a:txBody>
                    <a:bodyPr/>
                    <a:lstStyle/>
                    <a:p>
                      <a:r>
                        <a:rPr sz="1800" b="0">
                          <a:solidFill>
                            <a:srgbClr val="183A4C"/>
                          </a:solidFill>
                          <a:latin typeface="DejaVu Sans"/>
                          <a:ea typeface="DejaVu Sans"/>
                          <a:cs typeface="DejaVu Sans"/>
                        </a:rPr>
                        <a:t>1  Regional station</a:t>
                      </a:r>
                    </a:p>
                  </a:txBody>
                  <a:tcPr anchor="ctr">
                    <a:solidFill>
                      <a:srgbClr val="E8F0F2"/>
                    </a:solidFill>
                  </a:tcPr>
                </a:tc>
                <a:tc>
                  <a:txBody>
                    <a:bodyPr/>
                    <a:lstStyle/>
                    <a:p>
                      <a:r>
                        <a:rPr sz="1800" b="0">
                          <a:solidFill>
                            <a:srgbClr val="183A4C"/>
                          </a:solidFill>
                          <a:latin typeface="DejaVu Sans"/>
                          <a:ea typeface="DejaVu Sans"/>
                          <a:cs typeface="DejaVu Sans"/>
                        </a:rPr>
                        <a:t>NOAA reef region</a:t>
                      </a:r>
                    </a:p>
                    <a:p>
                      <a:r>
                        <a:rPr sz="1800" b="0">
                          <a:solidFill>
                            <a:srgbClr val="183A4C"/>
                          </a:solidFill>
                          <a:latin typeface="DejaVu Sans"/>
                          <a:ea typeface="DejaVu Sans"/>
                          <a:cs typeface="DejaVu Sans"/>
                        </a:rPr>
                        <a:t>A stress-based daily selection</a:t>
                      </a:r>
                    </a:p>
                  </a:txBody>
                  <a:tcPr anchor="ctr">
                    <a:solidFill>
                      <a:srgbClr val="E8F0F2"/>
                    </a:solidFill>
                  </a:tcPr>
                </a:tc>
                <a:tc>
                  <a:txBody>
                    <a:bodyPr/>
                    <a:lstStyle/>
                    <a:p>
                      <a:r>
                        <a:rPr sz="1800" b="0">
                          <a:solidFill>
                            <a:srgbClr val="183A4C"/>
                          </a:solidFill>
                          <a:latin typeface="DejaVu Sans"/>
                          <a:ea typeface="DejaVu Sans"/>
                          <a:cs typeface="DejaVu Sans"/>
                        </a:rPr>
                        <a:t>Regional heat-stress context</a:t>
                      </a:r>
                    </a:p>
                  </a:txBody>
                  <a:tcPr anchor="ctr">
                    <a:solidFill>
                      <a:srgbClr val="E8F0F2"/>
                    </a:solidFill>
                  </a:tcPr>
                </a:tc>
              </a:tr>
              <a:tr h="823913">
                <a:tc>
                  <a:txBody>
                    <a:bodyPr/>
                    <a:lstStyle/>
                    <a:p>
                      <a:r>
                        <a:rPr sz="1800" b="0">
                          <a:solidFill>
                            <a:srgbClr val="183A4C"/>
                          </a:solidFill>
                          <a:latin typeface="DejaVu Sans"/>
                          <a:ea typeface="DejaVu Sans"/>
                          <a:cs typeface="DejaVu Sans"/>
                        </a:rPr>
                        <a:t>2  Named reef pixels</a:t>
                      </a:r>
                    </a:p>
                  </a:txBody>
                  <a:tcPr anchor="ctr">
                    <a:solidFill>
                      <a:srgbClr val="F7F9FA"/>
                    </a:solidFill>
                  </a:tcPr>
                </a:tc>
                <a:tc>
                  <a:txBody>
                    <a:bodyPr/>
                    <a:lstStyle/>
                    <a:p>
                      <a:r>
                        <a:rPr sz="1800" b="0">
                          <a:solidFill>
                            <a:srgbClr val="183A4C"/>
                          </a:solidFill>
                          <a:latin typeface="DejaVu Sans"/>
                          <a:ea typeface="DejaVu Sans"/>
                          <a:cs typeface="DejaVu Sans"/>
                        </a:rPr>
                        <a:t>A fixed set of NOAA</a:t>
                      </a:r>
                    </a:p>
                    <a:p>
                      <a:r>
                        <a:rPr sz="1800" b="0">
                          <a:solidFill>
                            <a:srgbClr val="183A4C"/>
                          </a:solidFill>
                          <a:latin typeface="DejaVu Sans"/>
                          <a:ea typeface="DejaVu Sans"/>
                          <a:cs typeface="DejaVu Sans"/>
                        </a:rPr>
                        <a:t>site locations</a:t>
                      </a:r>
                    </a:p>
                  </a:txBody>
                  <a:tcPr anchor="ctr">
                    <a:solidFill>
                      <a:srgbClr val="F7F9FA"/>
                    </a:solidFill>
                  </a:tcPr>
                </a:tc>
                <a:tc>
                  <a:txBody>
                    <a:bodyPr/>
                    <a:lstStyle/>
                    <a:p>
                      <a:r>
                        <a:rPr sz="1800" b="0">
                          <a:solidFill>
                            <a:srgbClr val="183A4C"/>
                          </a:solidFill>
                          <a:latin typeface="DejaVu Sans"/>
                          <a:ea typeface="DejaVu Sans"/>
                          <a:cs typeface="DejaVu Sans"/>
                        </a:rPr>
                        <a:t>Site histories and</a:t>
                      </a:r>
                    </a:p>
                    <a:p>
                      <a:r>
                        <a:rPr sz="1800" b="0">
                          <a:solidFill>
                            <a:srgbClr val="183A4C"/>
                          </a:solidFill>
                          <a:latin typeface="DejaVu Sans"/>
                          <a:ea typeface="DejaVu Sans"/>
                          <a:cs typeface="DejaVu Sans"/>
                        </a:rPr>
                        <a:t>a selected-site average</a:t>
                      </a:r>
                    </a:p>
                  </a:txBody>
                  <a:tcPr anchor="ctr">
                    <a:solidFill>
                      <a:srgbClr val="F7F9FA"/>
                    </a:solidFill>
                  </a:tcPr>
                </a:tc>
              </a:tr>
              <a:tr h="823913">
                <a:tc>
                  <a:txBody>
                    <a:bodyPr/>
                    <a:lstStyle/>
                    <a:p>
                      <a:r>
                        <a:rPr sz="1800" b="0">
                          <a:solidFill>
                            <a:srgbClr val="183A4C"/>
                          </a:solidFill>
                          <a:latin typeface="DejaVu Sans"/>
                          <a:ea typeface="DejaVu Sans"/>
                          <a:cs typeface="DejaVu Sans"/>
                        </a:rPr>
                        <a:t>3  ONMS boundary</a:t>
                      </a:r>
                    </a:p>
                  </a:txBody>
                  <a:tcPr anchor="ctr">
                    <a:solidFill>
                      <a:srgbClr val="E8F0F2"/>
                    </a:solidFill>
                  </a:tcPr>
                </a:tc>
                <a:tc>
                  <a:txBody>
                    <a:bodyPr/>
                    <a:lstStyle/>
                    <a:p>
                      <a:r>
                        <a:rPr sz="1800" b="0">
                          <a:solidFill>
                            <a:srgbClr val="183A4C"/>
                          </a:solidFill>
                          <a:latin typeface="DejaVu Sans"/>
                          <a:ea typeface="DejaVu Sans"/>
                          <a:cs typeface="DejaVu Sans"/>
                        </a:rPr>
                        <a:t>All eligible grid centers</a:t>
                      </a:r>
                    </a:p>
                    <a:p>
                      <a:r>
                        <a:rPr sz="1800" b="0">
                          <a:solidFill>
                            <a:srgbClr val="183A4C"/>
                          </a:solidFill>
                          <a:latin typeface="DejaVu Sans"/>
                          <a:ea typeface="DejaVu Sans"/>
                          <a:cs typeface="DejaVu Sans"/>
                        </a:rPr>
                        <a:t>inside each unit</a:t>
                      </a:r>
                    </a:p>
                  </a:txBody>
                  <a:tcPr anchor="ctr">
                    <a:solidFill>
                      <a:srgbClr val="E8F0F2"/>
                    </a:solidFill>
                  </a:tcPr>
                </a:tc>
                <a:tc>
                  <a:txBody>
                    <a:bodyPr/>
                    <a:lstStyle/>
                    <a:p>
                      <a:r>
                        <a:rPr sz="1800" b="0">
                          <a:solidFill>
                            <a:srgbClr val="183A4C"/>
                          </a:solidFill>
                          <a:latin typeface="DejaVu Sans"/>
                          <a:ea typeface="DejaVu Sans"/>
                          <a:cs typeface="DejaVu Sans"/>
                        </a:rPr>
                        <a:t>A sanctuary-wide</a:t>
                      </a:r>
                    </a:p>
                    <a:p>
                      <a:r>
                        <a:rPr sz="1800" b="0">
                          <a:solidFill>
                            <a:srgbClr val="183A4C"/>
                          </a:solidFill>
                          <a:latin typeface="DejaVu Sans"/>
                          <a:ea typeface="DejaVu Sans"/>
                          <a:cs typeface="DejaVu Sans"/>
                        </a:rPr>
                        <a:t>SST indicator</a:t>
                      </a:r>
                    </a:p>
                  </a:txBody>
                  <a:tcPr anchor="ctr">
                    <a:solidFill>
                      <a:srgbClr val="E8F0F2"/>
                    </a:solidFill>
                  </a:tcPr>
                </a:tc>
              </a:tr>
            </a:tbl>
          </a:graphicData>
        </a:graphic>
      </p:graphicFrame>
      <p:sp>
        <p:nvSpPr>
          <p:cNvPr id="6" name="Rectangle 5">
            <a:extLst>
              <a:ext uri="{FF2B5EF4-FFF2-40B4-BE49-F238E27FC236}">
                <a16:creationId xmlns="" xmlns:a16="http://schemas.microsoft.com/office/drawing/2014/main" id="{19BCF105-8027-439A-B390-695C3F99E1E8}"/>
              </a:ext>
            </a:extLst>
          </p:cNvPr>
          <p:cNvSpPr>
            <a:spLocks noGrp="1"/>
          </p:cNvSpPr>
          <p:nvPr/>
        </p:nvSpPr>
        <p:spPr>
          <a:xfrm>
            <a:off x="609600" y="5543550"/>
            <a:ext cx="10858500" cy="476250"/>
          </a:xfrm>
          <a:prstGeom prst="rect">
            <a:avLst/>
          </a:prstGeom>
          <a:noFill/>
          <a:ln w="0">
            <a:noFill/>
          </a:ln>
        </p:spPr>
        <p:txBody>
          <a:bodyPr wrap="square" lIns="0" tIns="0" rIns="0" bIns="0" anchor="t">
            <a:noAutofit/>
          </a:bodyPr>
          <a:lstStyle>
            <a:defPPr>
              <a:defRPr sz="2175" b="1">
                <a:solidFill>
                  <a:srgbClr val="007F86"/>
                </a:solidFill>
                <a:latin typeface="DejaVu Sans"/>
                <a:ea typeface="DejaVu Sans"/>
                <a:cs typeface="DejaVu Sans"/>
              </a:defRPr>
            </a:defPPr>
          </a:lstStyle>
          <a:p>
            <a:pPr>
              <a:defRPr sz="2175" b="1">
                <a:solidFill>
                  <a:srgbClr val="007F86"/>
                </a:solidFill>
                <a:latin typeface="DejaVu Sans"/>
                <a:ea typeface="DejaVu Sans"/>
                <a:cs typeface="DejaVu Sans"/>
              </a:defRPr>
            </a:pPr>
            <a:r>
              <a:rPr sz="2175" b="1">
                <a:solidFill>
                  <a:srgbClr val="007F86"/>
                </a:solidFill>
                <a:latin typeface="DejaVu Sans"/>
                <a:ea typeface="DejaVu Sans"/>
                <a:cs typeface="DejaVu Sans"/>
              </a:rPr>
              <a:t>The label on the chart should identify the footprint and statistic.</a:t>
            </a:r>
          </a:p>
        </p:txBody>
      </p:sp>
    </p:spTree>
    <p:extLst>
      <p:ext uri="{BB962C8B-B14F-4D97-AF65-F5344CB8AC3E}">
        <p14:creationId xmlns:p14="http://schemas.microsoft.com/office/powerpoint/2010/main" val="1003605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 xmlns:a16="http://schemas.microsoft.com/office/drawing/2014/main" id="{22FF3C0B-034A-441A-9B59-431FC4A04350}"/>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7334FBDA-5A19-4ABD-A934-2DAF06C5FAB5}"/>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Option 1: NOAA regional station</a:t>
            </a:r>
          </a:p>
        </p:txBody>
      </p:sp>
      <p:sp>
        <p:nvSpPr>
          <p:cNvPr id="3" name="Rectangle 2">
            <a:extLst>
              <a:ext uri="{FF2B5EF4-FFF2-40B4-BE49-F238E27FC236}">
                <a16:creationId xmlns="" xmlns:a16="http://schemas.microsoft.com/office/drawing/2014/main" id="{FBE9392D-8FB5-4D56-94B8-9CDC4835BF45}"/>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dirty="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A50B0F08-60A3-4162-B283-EE51EE4AEE83}"/>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04</a:t>
            </a:r>
          </a:p>
        </p:txBody>
      </p:sp>
      <p:sp>
        <p:nvSpPr>
          <p:cNvPr id="5" name="Rectangle 4">
            <a:extLst>
              <a:ext uri="{FF2B5EF4-FFF2-40B4-BE49-F238E27FC236}">
                <a16:creationId xmlns="" xmlns:a16="http://schemas.microsoft.com/office/drawing/2014/main" id="{6C15809A-F076-4225-A50A-489602A548DB}"/>
              </a:ext>
            </a:extLst>
          </p:cNvPr>
          <p:cNvSpPr>
            <a:spLocks noGrp="1"/>
          </p:cNvSpPr>
          <p:nvPr/>
        </p:nvSpPr>
        <p:spPr>
          <a:xfrm>
            <a:off x="609600" y="1647825"/>
            <a:ext cx="7524750" cy="257175"/>
          </a:xfrm>
          <a:prstGeom prst="rect">
            <a:avLst/>
          </a:prstGeom>
          <a:noFill/>
          <a:ln w="0">
            <a:noFill/>
          </a:ln>
        </p:spPr>
        <p:txBody>
          <a:bodyPr wrap="square" lIns="0" tIns="0" rIns="0" bIns="0" anchor="t">
            <a:noAutofit/>
          </a:bodyPr>
          <a:lstStyle>
            <a:defPPr>
              <a:defRPr sz="1275" b="0">
                <a:solidFill>
                  <a:srgbClr val="526C78"/>
                </a:solidFill>
                <a:latin typeface="DejaVu Sans"/>
                <a:ea typeface="DejaVu Sans"/>
                <a:cs typeface="DejaVu Sans"/>
              </a:defRPr>
            </a:defPPr>
          </a:lstStyle>
          <a:p>
            <a:pPr>
              <a:defRPr sz="1275" b="0">
                <a:solidFill>
                  <a:srgbClr val="526C78"/>
                </a:solidFill>
                <a:latin typeface="DejaVu Sans"/>
                <a:ea typeface="DejaVu Sans"/>
                <a:cs typeface="DejaVu Sans"/>
              </a:defRPr>
            </a:pPr>
            <a:r>
              <a:rPr sz="1275" b="0">
                <a:solidFill>
                  <a:srgbClr val="526C78"/>
                </a:solidFill>
                <a:latin typeface="DejaVu Sans"/>
                <a:ea typeface="DejaVu Sans"/>
                <a:cs typeface="DejaVu Sans"/>
              </a:rPr>
              <a:t>Workflow chart from NOAA data / January 1985–September 2026</a:t>
            </a:r>
          </a:p>
        </p:txBody>
      </p:sp>
      <p:graphicFrame>
        <p:nvGraphicFramePr>
          <p:cNvPr id="6" name="Chart">
            <a:extLst>
              <a:ext uri="{FF2B5EF4-FFF2-40B4-BE49-F238E27FC236}">
                <a16:creationId xmlns="" xmlns:a16="http://schemas.microsoft.com/office/drawing/2014/main" id="{BBA15D4C-752C-4E31-A545-B2E2F8A39C78}"/>
              </a:ext>
            </a:extLst>
          </p:cNvPr>
          <p:cNvGraphicFramePr/>
          <p:nvPr/>
        </p:nvGraphicFramePr>
        <p:xfrm>
          <a:off x="609600" y="1971675"/>
          <a:ext cx="723900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 xmlns:a16="http://schemas.microsoft.com/office/drawing/2014/main" id="{F4D63935-D916-4A5F-A18E-A948F05F422F}"/>
              </a:ext>
            </a:extLst>
          </p:cNvPr>
          <p:cNvSpPr>
            <a:spLocks noGrp="1"/>
          </p:cNvSpPr>
          <p:nvPr/>
        </p:nvSpPr>
        <p:spPr>
          <a:xfrm>
            <a:off x="8239125" y="1952625"/>
            <a:ext cx="3333750" cy="381000"/>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a:solidFill>
                  <a:srgbClr val="007F86"/>
                </a:solidFill>
                <a:latin typeface="DejaVu Sans"/>
                <a:ea typeface="DejaVu Sans"/>
                <a:cs typeface="DejaVu Sans"/>
              </a:rPr>
              <a:t>Why use it?</a:t>
            </a:r>
          </a:p>
        </p:txBody>
      </p:sp>
      <p:sp>
        <p:nvSpPr>
          <p:cNvPr id="8" name="Rectangle 7">
            <a:extLst>
              <a:ext uri="{FF2B5EF4-FFF2-40B4-BE49-F238E27FC236}">
                <a16:creationId xmlns="" xmlns:a16="http://schemas.microsoft.com/office/drawing/2014/main" id="{9DE1D9FE-1C5D-4CE4-9165-C3D3EAE843BA}"/>
              </a:ext>
            </a:extLst>
          </p:cNvPr>
          <p:cNvSpPr>
            <a:spLocks noGrp="1"/>
          </p:cNvSpPr>
          <p:nvPr/>
        </p:nvSpPr>
        <p:spPr>
          <a:xfrm>
            <a:off x="8239125" y="2400300"/>
            <a:ext cx="3286125" cy="1066800"/>
          </a:xfrm>
          <a:prstGeom prst="rect">
            <a:avLst/>
          </a:prstGeom>
          <a:noFill/>
          <a:ln w="0">
            <a:noFill/>
          </a:ln>
        </p:spPr>
        <p:txBody>
          <a:bodyPr wrap="square" lIns="0" tIns="0" rIns="0" bIns="0" anchor="t">
            <a:noAutofit/>
          </a:bodyPr>
          <a:lstStyle>
            <a:defPPr>
              <a:defRPr sz="1800" b="0">
                <a:solidFill>
                  <a:srgbClr val="183A4C"/>
                </a:solidFill>
                <a:latin typeface="DejaVu Sans"/>
                <a:ea typeface="DejaVu Sans"/>
                <a:cs typeface="DejaVu Sans"/>
              </a:defRPr>
            </a:defPPr>
          </a:lstStyle>
          <a:p>
            <a:pPr>
              <a:defRPr sz="1800" b="0">
                <a:solidFill>
                  <a:srgbClr val="183A4C"/>
                </a:solidFill>
                <a:latin typeface="DejaVu Sans"/>
                <a:ea typeface="DejaVu Sans"/>
                <a:cs typeface="DejaVu Sans"/>
              </a:defRPr>
            </a:pPr>
            <a:r>
              <a:rPr sz="1800" b="0" dirty="0">
                <a:solidFill>
                  <a:srgbClr val="183A4C"/>
                </a:solidFill>
                <a:latin typeface="DejaVu Sans"/>
                <a:ea typeface="DejaVu Sans"/>
                <a:cs typeface="DejaVu Sans"/>
              </a:rPr>
              <a:t>A small NOAA file. SST follows the region’s daily 90th-percentile </a:t>
            </a:r>
            <a:r>
              <a:rPr sz="1800" b="0" dirty="0" err="1">
                <a:solidFill>
                  <a:srgbClr val="183A4C"/>
                </a:solidFill>
                <a:latin typeface="DejaVu Sans"/>
                <a:ea typeface="DejaVu Sans"/>
                <a:cs typeface="DejaVu Sans"/>
              </a:rPr>
              <a:t>HotSpot</a:t>
            </a:r>
            <a:r>
              <a:rPr sz="1800" b="0" dirty="0" smtClean="0">
                <a:solidFill>
                  <a:srgbClr val="183A4C"/>
                </a:solidFill>
                <a:latin typeface="DejaVu Sans"/>
                <a:ea typeface="DejaVu Sans"/>
                <a:cs typeface="DejaVu Sans"/>
              </a:rPr>
              <a:t>.</a:t>
            </a:r>
            <a:r>
              <a:rPr lang="en-US" sz="1800" b="0" dirty="0" smtClean="0">
                <a:solidFill>
                  <a:srgbClr val="183A4C"/>
                </a:solidFill>
                <a:latin typeface="DejaVu Sans"/>
                <a:ea typeface="DejaVu Sans"/>
                <a:cs typeface="DejaVu Sans"/>
              </a:rPr>
              <a:t> (currently what </a:t>
            </a:r>
            <a:r>
              <a:rPr lang="en-US" sz="1800" b="0" dirty="0" smtClean="0">
                <a:solidFill>
                  <a:srgbClr val="183A4C"/>
                </a:solidFill>
                <a:latin typeface="DejaVu Sans"/>
                <a:ea typeface="DejaVu Sans"/>
                <a:cs typeface="DejaVu Sans"/>
              </a:rPr>
              <a:t>American Samoa appears to use) </a:t>
            </a:r>
            <a:endParaRPr sz="1800" b="0" dirty="0">
              <a:solidFill>
                <a:srgbClr val="183A4C"/>
              </a:solidFill>
              <a:latin typeface="DejaVu Sans"/>
              <a:ea typeface="DejaVu Sans"/>
              <a:cs typeface="DejaVu Sans"/>
            </a:endParaRPr>
          </a:p>
        </p:txBody>
      </p:sp>
      <p:sp>
        <p:nvSpPr>
          <p:cNvPr id="10" name="Rectangle 9">
            <a:extLst>
              <a:ext uri="{FF2B5EF4-FFF2-40B4-BE49-F238E27FC236}">
                <a16:creationId xmlns="" xmlns:a16="http://schemas.microsoft.com/office/drawing/2014/main" id="{7B16289B-B2AA-4685-AFC3-10C44AEB891B}"/>
              </a:ext>
            </a:extLst>
          </p:cNvPr>
          <p:cNvSpPr>
            <a:spLocks noGrp="1"/>
          </p:cNvSpPr>
          <p:nvPr/>
        </p:nvSpPr>
        <p:spPr>
          <a:xfrm>
            <a:off x="8239125" y="4086225"/>
            <a:ext cx="3286125" cy="15240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The selected pixel can </a:t>
            </a:r>
            <a:r>
              <a:rPr sz="1875" b="0" dirty="0" smtClean="0">
                <a:solidFill>
                  <a:srgbClr val="183A4C"/>
                </a:solidFill>
                <a:latin typeface="DejaVu Sans"/>
                <a:ea typeface="DejaVu Sans"/>
                <a:cs typeface="DejaVu Sans"/>
              </a:rPr>
              <a:t>move. </a:t>
            </a:r>
            <a:r>
              <a:rPr sz="1875" b="0" dirty="0">
                <a:solidFill>
                  <a:srgbClr val="183A4C"/>
                </a:solidFill>
                <a:latin typeface="DejaVu Sans"/>
                <a:ea typeface="DejaVu Sans"/>
                <a:cs typeface="DejaVu Sans"/>
              </a:rPr>
              <a:t>The header coordinate marks the region. This series is not an area </a:t>
            </a:r>
            <a:r>
              <a:rPr sz="1875" b="0" dirty="0" smtClean="0">
                <a:solidFill>
                  <a:srgbClr val="183A4C"/>
                </a:solidFill>
                <a:latin typeface="DejaVu Sans"/>
                <a:ea typeface="DejaVu Sans"/>
                <a:cs typeface="DejaVu Sans"/>
              </a:rPr>
              <a:t>mean</a:t>
            </a:r>
            <a:r>
              <a:rPr lang="en-US" sz="1875" b="0" dirty="0" smtClean="0">
                <a:solidFill>
                  <a:srgbClr val="183A4C"/>
                </a:solidFill>
                <a:latin typeface="DejaVu Sans"/>
                <a:ea typeface="DejaVu Sans"/>
                <a:cs typeface="DejaVu Sans"/>
              </a:rPr>
              <a:t> but one pixel</a:t>
            </a:r>
            <a:r>
              <a:rPr sz="1875" b="0" dirty="0" smtClean="0">
                <a:solidFill>
                  <a:srgbClr val="183A4C"/>
                </a:solidFill>
                <a:latin typeface="DejaVu Sans"/>
                <a:ea typeface="DejaVu Sans"/>
                <a:cs typeface="DejaVu Sans"/>
              </a:rPr>
              <a:t>.</a:t>
            </a:r>
            <a:endParaRPr sz="1875" b="0" dirty="0">
              <a:solidFill>
                <a:srgbClr val="183A4C"/>
              </a:solidFill>
              <a:latin typeface="DejaVu Sans"/>
              <a:ea typeface="DejaVu Sans"/>
              <a:cs typeface="DejaVu Sans"/>
            </a:endParaRPr>
          </a:p>
        </p:txBody>
      </p:sp>
      <p:sp>
        <p:nvSpPr>
          <p:cNvPr id="11" name="Rectangle 10">
            <a:extLst>
              <a:ext uri="{FF2B5EF4-FFF2-40B4-BE49-F238E27FC236}">
                <a16:creationId xmlns="" xmlns:a16="http://schemas.microsoft.com/office/drawing/2014/main" id="{B5071F5E-CBE2-4B38-98A6-0C4CCA960FE4}"/>
              </a:ext>
            </a:extLst>
          </p:cNvPr>
          <p:cNvSpPr>
            <a:spLocks noGrp="1"/>
          </p:cNvSpPr>
          <p:nvPr/>
        </p:nvSpPr>
        <p:spPr>
          <a:xfrm>
            <a:off x="609600" y="5810250"/>
            <a:ext cx="266700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a:solidFill>
                  <a:srgbClr val="007F86"/>
                </a:solidFill>
                <a:latin typeface="DejaVu Sans"/>
                <a:ea typeface="DejaVu Sans"/>
                <a:cs typeface="DejaVu Sans"/>
                <a:hlinkClick r:id="rId4"/>
              </a:rPr>
              <a:t>NOAA regional page</a:t>
            </a:r>
          </a:p>
        </p:txBody>
      </p:sp>
      <p:sp>
        <p:nvSpPr>
          <p:cNvPr id="12" name="Rectangle 11">
            <a:extLst>
              <a:ext uri="{FF2B5EF4-FFF2-40B4-BE49-F238E27FC236}">
                <a16:creationId xmlns="" xmlns:a16="http://schemas.microsoft.com/office/drawing/2014/main" id="{8BC8224F-024D-42AA-B120-355A62998785}"/>
              </a:ext>
            </a:extLst>
          </p:cNvPr>
          <p:cNvSpPr>
            <a:spLocks noGrp="1"/>
          </p:cNvSpPr>
          <p:nvPr/>
        </p:nvSpPr>
        <p:spPr>
          <a:xfrm>
            <a:off x="3333750" y="5810250"/>
            <a:ext cx="180975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a:solidFill>
                  <a:srgbClr val="007F86"/>
                </a:solidFill>
                <a:latin typeface="DejaVu Sans"/>
                <a:ea typeface="DejaVu Sans"/>
                <a:cs typeface="DejaVu Sans"/>
                <a:hlinkClick r:id="rId5"/>
              </a:rPr>
              <a:t>Data file</a:t>
            </a:r>
          </a:p>
        </p:txBody>
      </p:sp>
      <p:sp>
        <p:nvSpPr>
          <p:cNvPr id="13" name="Rectangle 12">
            <a:extLst>
              <a:ext uri="{FF2B5EF4-FFF2-40B4-BE49-F238E27FC236}">
                <a16:creationId xmlns="" xmlns:a16="http://schemas.microsoft.com/office/drawing/2014/main" id="{0337DD59-734A-4B93-8C7E-FDEF2D05CD8C}"/>
              </a:ext>
            </a:extLst>
          </p:cNvPr>
          <p:cNvSpPr>
            <a:spLocks noGrp="1"/>
          </p:cNvSpPr>
          <p:nvPr/>
        </p:nvSpPr>
        <p:spPr>
          <a:xfrm>
            <a:off x="5276850" y="5810250"/>
            <a:ext cx="352425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dirty="0">
                <a:solidFill>
                  <a:srgbClr val="007F86"/>
                </a:solidFill>
                <a:latin typeface="DejaVu Sans"/>
                <a:ea typeface="DejaVu Sans"/>
                <a:cs typeface="DejaVu Sans"/>
                <a:hlinkClick r:id="rId6"/>
              </a:rPr>
              <a:t>Method and field definitions</a:t>
            </a:r>
          </a:p>
        </p:txBody>
      </p:sp>
    </p:spTree>
    <p:extLst>
      <p:ext uri="{BB962C8B-B14F-4D97-AF65-F5344CB8AC3E}">
        <p14:creationId xmlns:p14="http://schemas.microsoft.com/office/powerpoint/2010/main" val="1504064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 xmlns:a16="http://schemas.microsoft.com/office/drawing/2014/main" id="{D88FE8EC-EB78-48E5-B9BF-93BB3BC04FB6}"/>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0AE665AC-9DE2-462E-9906-1D542A9BD1F4}"/>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Option 2: named reef pixels</a:t>
            </a:r>
          </a:p>
        </p:txBody>
      </p:sp>
      <p:sp>
        <p:nvSpPr>
          <p:cNvPr id="3" name="Rectangle 2">
            <a:extLst>
              <a:ext uri="{FF2B5EF4-FFF2-40B4-BE49-F238E27FC236}">
                <a16:creationId xmlns="" xmlns:a16="http://schemas.microsoft.com/office/drawing/2014/main" id="{A27E2741-6670-4209-830C-12B8D5B816D0}"/>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DE37D159-2192-44B5-979D-D5856DCDCD66}"/>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05</a:t>
            </a:r>
          </a:p>
        </p:txBody>
      </p:sp>
      <p:pic>
        <p:nvPicPr>
          <p:cNvPr id="5" name="Picture 4">
            <a:extLst>
              <a:ext uri="{FF2B5EF4-FFF2-40B4-BE49-F238E27FC236}">
                <a16:creationId xmlns="" xmlns:a16="http://schemas.microsoft.com/office/drawing/2014/main" id="{BC2BCC30-AAA1-4C50-BBEA-F1BAF57930F2}"/>
              </a:ext>
            </a:extLst>
          </p:cNvPr>
          <p:cNvPicPr>
            <a:picLocks noChangeAspect="1"/>
          </p:cNvPicPr>
          <p:nvPr/>
        </p:nvPicPr>
        <p:blipFill>
          <a:blip r:embed="rId3"/>
          <a:stretch/>
        </p:blipFill>
        <p:spPr>
          <a:xfrm>
            <a:off x="624826" y="2095500"/>
            <a:ext cx="6884697" cy="4048125"/>
          </a:xfrm>
          <a:prstGeom prst="rect">
            <a:avLst/>
          </a:prstGeom>
        </p:spPr>
      </p:pic>
      <p:sp>
        <p:nvSpPr>
          <p:cNvPr id="6" name="Rectangle 5">
            <a:extLst>
              <a:ext uri="{FF2B5EF4-FFF2-40B4-BE49-F238E27FC236}">
                <a16:creationId xmlns="" xmlns:a16="http://schemas.microsoft.com/office/drawing/2014/main" id="{A36F5E8E-7E3E-4A1A-B3BF-94159CADDBBC}"/>
              </a:ext>
            </a:extLst>
          </p:cNvPr>
          <p:cNvSpPr>
            <a:spLocks noGrp="1"/>
          </p:cNvSpPr>
          <p:nvPr/>
        </p:nvSpPr>
        <p:spPr>
          <a:xfrm>
            <a:off x="609600" y="1647825"/>
            <a:ext cx="7143750" cy="257175"/>
          </a:xfrm>
          <a:prstGeom prst="rect">
            <a:avLst/>
          </a:prstGeom>
          <a:noFill/>
          <a:ln w="0">
            <a:noFill/>
          </a:ln>
        </p:spPr>
        <p:txBody>
          <a:bodyPr wrap="square" lIns="0" tIns="0" rIns="0" bIns="0" anchor="t">
            <a:noAutofit/>
          </a:bodyPr>
          <a:lstStyle>
            <a:defPPr>
              <a:defRPr sz="1275" b="0">
                <a:solidFill>
                  <a:srgbClr val="526C78"/>
                </a:solidFill>
                <a:latin typeface="DejaVu Sans"/>
                <a:ea typeface="DejaVu Sans"/>
                <a:cs typeface="DejaVu Sans"/>
              </a:defRPr>
            </a:defPPr>
          </a:lstStyle>
          <a:p>
            <a:pPr>
              <a:defRPr sz="1275" b="0">
                <a:solidFill>
                  <a:srgbClr val="526C78"/>
                </a:solidFill>
                <a:latin typeface="DejaVu Sans"/>
                <a:ea typeface="DejaVu Sans"/>
                <a:cs typeface="DejaVu Sans"/>
              </a:defRPr>
            </a:pPr>
            <a:r>
              <a:rPr lang="en-US" sz="1275" dirty="0">
                <a:solidFill>
                  <a:srgbClr val="526C78"/>
                </a:solidFill>
                <a:latin typeface="DejaVu Sans"/>
                <a:ea typeface="DejaVu Sans"/>
                <a:cs typeface="DejaVu Sans"/>
              </a:rPr>
              <a:t>https://coralreefwatch.noaa.gov/product/vs_single_pixel_dev/fgb.php</a:t>
            </a:r>
            <a:endParaRPr sz="1275" b="0" dirty="0">
              <a:solidFill>
                <a:srgbClr val="526C78"/>
              </a:solidFill>
              <a:latin typeface="DejaVu Sans"/>
              <a:ea typeface="DejaVu Sans"/>
              <a:cs typeface="DejaVu Sans"/>
            </a:endParaRPr>
          </a:p>
        </p:txBody>
      </p:sp>
      <p:sp>
        <p:nvSpPr>
          <p:cNvPr id="7" name="Rectangle 6">
            <a:extLst>
              <a:ext uri="{FF2B5EF4-FFF2-40B4-BE49-F238E27FC236}">
                <a16:creationId xmlns="" xmlns:a16="http://schemas.microsoft.com/office/drawing/2014/main" id="{C04200E1-9F2A-4C6A-9F89-4A8A77DEF2B4}"/>
              </a:ext>
            </a:extLst>
          </p:cNvPr>
          <p:cNvSpPr>
            <a:spLocks noGrp="1"/>
          </p:cNvSpPr>
          <p:nvPr/>
        </p:nvSpPr>
        <p:spPr>
          <a:xfrm>
            <a:off x="7848600" y="1952625"/>
            <a:ext cx="3714750" cy="428625"/>
          </a:xfrm>
          <a:prstGeom prst="rect">
            <a:avLst/>
          </a:prstGeom>
          <a:noFill/>
          <a:ln w="0">
            <a:noFill/>
          </a:ln>
        </p:spPr>
        <p:txBody>
          <a:bodyPr wrap="square" lIns="0" tIns="0" rIns="0" bIns="0" anchor="t">
            <a:noAutofit/>
          </a:bodyPr>
          <a:lstStyle>
            <a:defPPr>
              <a:defRPr sz="2100" b="1">
                <a:solidFill>
                  <a:srgbClr val="007F86"/>
                </a:solidFill>
                <a:latin typeface="DejaVu Sans"/>
                <a:ea typeface="DejaVu Sans"/>
                <a:cs typeface="DejaVu Sans"/>
              </a:defRPr>
            </a:defPPr>
          </a:lstStyle>
          <a:p>
            <a:pPr>
              <a:defRPr sz="2100" b="1">
                <a:solidFill>
                  <a:srgbClr val="007F86"/>
                </a:solidFill>
                <a:latin typeface="DejaVu Sans"/>
                <a:ea typeface="DejaVu Sans"/>
                <a:cs typeface="DejaVu Sans"/>
              </a:defRPr>
            </a:pPr>
            <a:r>
              <a:rPr sz="2100" b="1">
                <a:solidFill>
                  <a:srgbClr val="007F86"/>
                </a:solidFill>
                <a:latin typeface="DejaVu Sans"/>
                <a:ea typeface="DejaVu Sans"/>
                <a:cs typeface="DejaVu Sans"/>
              </a:rPr>
              <a:t>Flower Garden Banks</a:t>
            </a:r>
          </a:p>
        </p:txBody>
      </p:sp>
      <p:sp>
        <p:nvSpPr>
          <p:cNvPr id="8" name="Rectangle 7">
            <a:extLst>
              <a:ext uri="{FF2B5EF4-FFF2-40B4-BE49-F238E27FC236}">
                <a16:creationId xmlns="" xmlns:a16="http://schemas.microsoft.com/office/drawing/2014/main" id="{E25DECF9-9AF4-4089-B91A-83B0E22A0C19}"/>
              </a:ext>
            </a:extLst>
          </p:cNvPr>
          <p:cNvSpPr>
            <a:spLocks noGrp="1"/>
          </p:cNvSpPr>
          <p:nvPr/>
        </p:nvSpPr>
        <p:spPr>
          <a:xfrm>
            <a:off x="7848600" y="2428875"/>
            <a:ext cx="3619500" cy="97155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17 named locations in our pilot. Each file represents a fixed 5 km pixel.</a:t>
            </a:r>
          </a:p>
        </p:txBody>
      </p:sp>
      <p:sp>
        <p:nvSpPr>
          <p:cNvPr id="9" name="Rectangle 8">
            <a:extLst>
              <a:ext uri="{FF2B5EF4-FFF2-40B4-BE49-F238E27FC236}">
                <a16:creationId xmlns="" xmlns:a16="http://schemas.microsoft.com/office/drawing/2014/main" id="{D81FDFD2-3DAC-474A-B2A1-198ABD4A882B}"/>
              </a:ext>
            </a:extLst>
          </p:cNvPr>
          <p:cNvSpPr>
            <a:spLocks noGrp="1"/>
          </p:cNvSpPr>
          <p:nvPr/>
        </p:nvSpPr>
        <p:spPr>
          <a:xfrm>
            <a:off x="7848600" y="3629025"/>
            <a:ext cx="3619500" cy="428625"/>
          </a:xfrm>
          <a:prstGeom prst="rect">
            <a:avLst/>
          </a:prstGeom>
          <a:noFill/>
          <a:ln w="0">
            <a:noFill/>
          </a:ln>
        </p:spPr>
        <p:txBody>
          <a:bodyPr wrap="square" lIns="0" tIns="0" rIns="0" bIns="0" anchor="t">
            <a:noAutofit/>
          </a:bodyPr>
          <a:lstStyle>
            <a:defPPr>
              <a:defRPr sz="1875" b="1">
                <a:solidFill>
                  <a:srgbClr val="007F86"/>
                </a:solidFill>
                <a:latin typeface="DejaVu Sans"/>
                <a:ea typeface="DejaVu Sans"/>
                <a:cs typeface="DejaVu Sans"/>
              </a:defRPr>
            </a:defPPr>
          </a:lstStyle>
          <a:p>
            <a:pPr>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Examples on NOAA’s map</a:t>
            </a:r>
          </a:p>
        </p:txBody>
      </p:sp>
      <p:sp>
        <p:nvSpPr>
          <p:cNvPr id="10" name="Rectangle 9">
            <a:extLst>
              <a:ext uri="{FF2B5EF4-FFF2-40B4-BE49-F238E27FC236}">
                <a16:creationId xmlns="" xmlns:a16="http://schemas.microsoft.com/office/drawing/2014/main" id="{5076FB00-1689-4460-A025-870301F9B8E9}"/>
              </a:ext>
            </a:extLst>
          </p:cNvPr>
          <p:cNvSpPr>
            <a:spLocks noGrp="1"/>
          </p:cNvSpPr>
          <p:nvPr/>
        </p:nvSpPr>
        <p:spPr>
          <a:xfrm>
            <a:off x="7848600" y="4095750"/>
            <a:ext cx="3638550" cy="1209675"/>
          </a:xfrm>
          <a:prstGeom prst="rect">
            <a:avLst/>
          </a:prstGeom>
          <a:noFill/>
          <a:ln w="0">
            <a:noFill/>
          </a:ln>
        </p:spPr>
        <p:txBody>
          <a:bodyPr wrap="square" lIns="0" tIns="0" rIns="0" bIns="0" anchor="t">
            <a:noAutofit/>
          </a:bodyPr>
          <a:lstStyle>
            <a:defPPr>
              <a:defRPr sz="1725" b="0">
                <a:solidFill>
                  <a:srgbClr val="183A4C"/>
                </a:solidFill>
                <a:latin typeface="DejaVu Sans"/>
                <a:ea typeface="DejaVu Sans"/>
                <a:cs typeface="DejaVu Sans"/>
              </a:defRPr>
            </a:defPPr>
          </a:lstStyle>
          <a:p>
            <a:pPr>
              <a:defRPr sz="1725" b="0">
                <a:solidFill>
                  <a:srgbClr val="183A4C"/>
                </a:solidFill>
                <a:latin typeface="DejaVu Sans"/>
                <a:ea typeface="DejaVu Sans"/>
                <a:cs typeface="DejaVu Sans"/>
              </a:defRPr>
            </a:pPr>
            <a:r>
              <a:rPr sz="1725" b="0">
                <a:solidFill>
                  <a:srgbClr val="183A4C"/>
                </a:solidFill>
                <a:latin typeface="DejaVu Sans"/>
                <a:ea typeface="DejaVu Sans"/>
                <a:cs typeface="DejaVu Sans"/>
              </a:rPr>
              <a:t>1   Stetson Bank</a:t>
            </a:r>
          </a:p>
          <a:p>
            <a:pPr>
              <a:defRPr sz="1725" b="0">
                <a:solidFill>
                  <a:srgbClr val="183A4C"/>
                </a:solidFill>
                <a:latin typeface="DejaVu Sans"/>
                <a:ea typeface="DejaVu Sans"/>
                <a:cs typeface="DejaVu Sans"/>
              </a:defRPr>
            </a:pPr>
            <a:r>
              <a:rPr sz="1725" b="0">
                <a:solidFill>
                  <a:srgbClr val="183A4C"/>
                </a:solidFill>
                <a:latin typeface="DejaVu Sans"/>
                <a:ea typeface="DejaVu Sans"/>
                <a:cs typeface="DejaVu Sans"/>
              </a:rPr>
              <a:t>2   West Flower Garden Bank</a:t>
            </a:r>
          </a:p>
          <a:p>
            <a:pPr>
              <a:defRPr sz="1725" b="0">
                <a:solidFill>
                  <a:srgbClr val="183A4C"/>
                </a:solidFill>
                <a:latin typeface="DejaVu Sans"/>
                <a:ea typeface="DejaVu Sans"/>
                <a:cs typeface="DejaVu Sans"/>
              </a:defRPr>
            </a:pPr>
            <a:r>
              <a:rPr sz="1725" b="0">
                <a:solidFill>
                  <a:srgbClr val="183A4C"/>
                </a:solidFill>
                <a:latin typeface="DejaVu Sans"/>
                <a:ea typeface="DejaVu Sans"/>
                <a:cs typeface="DejaVu Sans"/>
              </a:rPr>
              <a:t>4   East Flower Garden Bank</a:t>
            </a:r>
          </a:p>
        </p:txBody>
      </p:sp>
      <p:sp>
        <p:nvSpPr>
          <p:cNvPr id="11" name="Rectangle 10">
            <a:extLst>
              <a:ext uri="{FF2B5EF4-FFF2-40B4-BE49-F238E27FC236}">
                <a16:creationId xmlns="" xmlns:a16="http://schemas.microsoft.com/office/drawing/2014/main" id="{74C3DA68-6D00-4308-856F-FB67A1FFB845}"/>
              </a:ext>
            </a:extLst>
          </p:cNvPr>
          <p:cNvSpPr>
            <a:spLocks noGrp="1"/>
          </p:cNvSpPr>
          <p:nvPr/>
        </p:nvSpPr>
        <p:spPr>
          <a:xfrm>
            <a:off x="7848600" y="5362575"/>
            <a:ext cx="3714750" cy="295275"/>
          </a:xfrm>
          <a:prstGeom prst="rect">
            <a:avLst/>
          </a:prstGeom>
          <a:noFill/>
          <a:ln w="0">
            <a:noFill/>
          </a:ln>
        </p:spPr>
        <p:txBody>
          <a:bodyPr wrap="square" lIns="0" tIns="0" rIns="0" bIns="0" anchor="t">
            <a:noAutofit/>
          </a:bodyPr>
          <a:lstStyle>
            <a:defPPr>
              <a:defRPr sz="1275" b="0">
                <a:solidFill>
                  <a:srgbClr val="C35C3C"/>
                </a:solidFill>
                <a:latin typeface="DejaVu Sans"/>
                <a:ea typeface="DejaVu Sans"/>
                <a:cs typeface="DejaVu Sans"/>
              </a:defRPr>
            </a:defPPr>
          </a:lstStyle>
          <a:p>
            <a:pPr>
              <a:defRPr sz="1275" b="0">
                <a:solidFill>
                  <a:srgbClr val="C35C3C"/>
                </a:solidFill>
                <a:latin typeface="DejaVu Sans"/>
                <a:ea typeface="DejaVu Sans"/>
                <a:cs typeface="DejaVu Sans"/>
              </a:defRPr>
            </a:pPr>
            <a:r>
              <a:rPr sz="1275" b="0" dirty="0">
                <a:solidFill>
                  <a:srgbClr val="C35C3C"/>
                </a:solidFill>
                <a:latin typeface="DejaVu Sans"/>
                <a:ea typeface="DejaVu Sans"/>
                <a:cs typeface="DejaVu Sans"/>
              </a:rPr>
              <a:t>NOAA labels this product experimental.</a:t>
            </a:r>
          </a:p>
        </p:txBody>
      </p:sp>
      <p:sp>
        <p:nvSpPr>
          <p:cNvPr id="12" name="Rectangle 11">
            <a:extLst>
              <a:ext uri="{FF2B5EF4-FFF2-40B4-BE49-F238E27FC236}">
                <a16:creationId xmlns="" xmlns:a16="http://schemas.microsoft.com/office/drawing/2014/main" id="{7550A792-1101-4261-BE96-D2E4E4161238}"/>
              </a:ext>
            </a:extLst>
          </p:cNvPr>
          <p:cNvSpPr>
            <a:spLocks noGrp="1"/>
          </p:cNvSpPr>
          <p:nvPr/>
        </p:nvSpPr>
        <p:spPr>
          <a:xfrm>
            <a:off x="7848600" y="5695950"/>
            <a:ext cx="371475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dirty="0">
                <a:solidFill>
                  <a:srgbClr val="007F86"/>
                </a:solidFill>
                <a:latin typeface="DejaVu Sans"/>
                <a:ea typeface="DejaVu Sans"/>
                <a:cs typeface="DejaVu Sans"/>
                <a:hlinkClick r:id="rId4"/>
              </a:rPr>
              <a:t>NOAA site list and location map</a:t>
            </a:r>
          </a:p>
        </p:txBody>
      </p:sp>
    </p:spTree>
    <p:extLst>
      <p:ext uri="{BB962C8B-B14F-4D97-AF65-F5344CB8AC3E}">
        <p14:creationId xmlns:p14="http://schemas.microsoft.com/office/powerpoint/2010/main" val="193598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 xmlns:a16="http://schemas.microsoft.com/office/drawing/2014/main" id="{F1655918-89C1-4C4C-B382-94B7489BC8C3}"/>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D041540C-9EB4-4D8C-8C98-C773FC8D8EE4}"/>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Individual sites plus a selected-site average</a:t>
            </a:r>
          </a:p>
        </p:txBody>
      </p:sp>
      <p:sp>
        <p:nvSpPr>
          <p:cNvPr id="3" name="Rectangle 2">
            <a:extLst>
              <a:ext uri="{FF2B5EF4-FFF2-40B4-BE49-F238E27FC236}">
                <a16:creationId xmlns="" xmlns:a16="http://schemas.microsoft.com/office/drawing/2014/main" id="{BA50F152-190F-4027-BF2B-E9F88C687E6C}"/>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FAE7E9FB-E735-4AC9-B634-1A21C8316A91}"/>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06</a:t>
            </a:r>
          </a:p>
        </p:txBody>
      </p:sp>
      <p:sp>
        <p:nvSpPr>
          <p:cNvPr id="5" name="Rectangle 4">
            <a:extLst>
              <a:ext uri="{FF2B5EF4-FFF2-40B4-BE49-F238E27FC236}">
                <a16:creationId xmlns="" xmlns:a16="http://schemas.microsoft.com/office/drawing/2014/main" id="{A82C6331-7524-4BFC-AC6C-7EDDB33B75AE}"/>
              </a:ext>
            </a:extLst>
          </p:cNvPr>
          <p:cNvSpPr>
            <a:spLocks noGrp="1"/>
          </p:cNvSpPr>
          <p:nvPr/>
        </p:nvSpPr>
        <p:spPr>
          <a:xfrm>
            <a:off x="609600" y="1647825"/>
            <a:ext cx="7524750" cy="257175"/>
          </a:xfrm>
          <a:prstGeom prst="rect">
            <a:avLst/>
          </a:prstGeom>
          <a:noFill/>
          <a:ln w="0">
            <a:noFill/>
          </a:ln>
        </p:spPr>
        <p:txBody>
          <a:bodyPr wrap="square" lIns="0" tIns="0" rIns="0" bIns="0" anchor="t">
            <a:noAutofit/>
          </a:bodyPr>
          <a:lstStyle>
            <a:defPPr>
              <a:defRPr sz="1275" b="0">
                <a:solidFill>
                  <a:srgbClr val="526C78"/>
                </a:solidFill>
                <a:latin typeface="DejaVu Sans"/>
                <a:ea typeface="DejaVu Sans"/>
                <a:cs typeface="DejaVu Sans"/>
              </a:defRPr>
            </a:defPPr>
          </a:lstStyle>
          <a:p>
            <a:pPr>
              <a:defRPr sz="1275" b="0">
                <a:solidFill>
                  <a:srgbClr val="526C78"/>
                </a:solidFill>
                <a:latin typeface="DejaVu Sans"/>
                <a:ea typeface="DejaVu Sans"/>
                <a:cs typeface="DejaVu Sans"/>
              </a:defRPr>
            </a:pPr>
            <a:r>
              <a:rPr sz="1275" b="0">
                <a:solidFill>
                  <a:srgbClr val="526C78"/>
                </a:solidFill>
                <a:latin typeface="DejaVu Sans"/>
                <a:ea typeface="DejaVu Sans"/>
                <a:cs typeface="DejaVu Sans"/>
              </a:rPr>
              <a:t>Workflow chart from NOAA data / January 1985–November 2025</a:t>
            </a:r>
          </a:p>
        </p:txBody>
      </p:sp>
      <p:graphicFrame>
        <p:nvGraphicFramePr>
          <p:cNvPr id="6" name="Chart">
            <a:extLst>
              <a:ext uri="{FF2B5EF4-FFF2-40B4-BE49-F238E27FC236}">
                <a16:creationId xmlns="" xmlns:a16="http://schemas.microsoft.com/office/drawing/2014/main" id="{5BCCBE79-D6C1-4E61-ABA4-84A4A4ED7DEC}"/>
              </a:ext>
            </a:extLst>
          </p:cNvPr>
          <p:cNvGraphicFramePr/>
          <p:nvPr/>
        </p:nvGraphicFramePr>
        <p:xfrm>
          <a:off x="609600" y="1971675"/>
          <a:ext cx="7239000" cy="38004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 xmlns:a16="http://schemas.microsoft.com/office/drawing/2014/main" id="{8124A3D7-439D-4EC3-B6E5-3266143BA579}"/>
              </a:ext>
            </a:extLst>
          </p:cNvPr>
          <p:cNvSpPr>
            <a:spLocks noGrp="1"/>
          </p:cNvSpPr>
          <p:nvPr/>
        </p:nvSpPr>
        <p:spPr>
          <a:xfrm>
            <a:off x="8239125" y="1952625"/>
            <a:ext cx="3333750" cy="400050"/>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a:solidFill>
                  <a:srgbClr val="007F86"/>
                </a:solidFill>
                <a:latin typeface="DejaVu Sans"/>
                <a:ea typeface="DejaVu Sans"/>
                <a:cs typeface="DejaVu Sans"/>
              </a:rPr>
              <a:t>Average definition</a:t>
            </a:r>
          </a:p>
        </p:txBody>
      </p:sp>
      <p:sp>
        <p:nvSpPr>
          <p:cNvPr id="8" name="Rectangle 7">
            <a:extLst>
              <a:ext uri="{FF2B5EF4-FFF2-40B4-BE49-F238E27FC236}">
                <a16:creationId xmlns="" xmlns:a16="http://schemas.microsoft.com/office/drawing/2014/main" id="{362697E0-BB5C-4485-AB92-7CA8894A86DE}"/>
              </a:ext>
            </a:extLst>
          </p:cNvPr>
          <p:cNvSpPr>
            <a:spLocks noGrp="1"/>
          </p:cNvSpPr>
          <p:nvPr/>
        </p:nvSpPr>
        <p:spPr>
          <a:xfrm>
            <a:off x="8239125" y="2419350"/>
            <a:ext cx="3295650" cy="127635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a:solidFill>
                  <a:srgbClr val="183A4C"/>
                </a:solidFill>
                <a:latin typeface="DejaVu Sans"/>
                <a:ea typeface="DejaVu Sans"/>
                <a:cs typeface="DejaVu Sans"/>
              </a:rPr>
              <a:t>Equal weight per unique pixel. All 17 sites must have complete monthly data.</a:t>
            </a:r>
          </a:p>
        </p:txBody>
      </p:sp>
      <p:sp>
        <p:nvSpPr>
          <p:cNvPr id="9" name="Rectangle 8">
            <a:extLst>
              <a:ext uri="{FF2B5EF4-FFF2-40B4-BE49-F238E27FC236}">
                <a16:creationId xmlns="" xmlns:a16="http://schemas.microsoft.com/office/drawing/2014/main" id="{8F38EB76-ED18-4392-9309-DF51305099B3}"/>
              </a:ext>
            </a:extLst>
          </p:cNvPr>
          <p:cNvSpPr>
            <a:spLocks noGrp="1"/>
          </p:cNvSpPr>
          <p:nvPr/>
        </p:nvSpPr>
        <p:spPr>
          <a:xfrm>
            <a:off x="8239125" y="3895725"/>
            <a:ext cx="3333750" cy="400050"/>
          </a:xfrm>
          <a:prstGeom prst="rect">
            <a:avLst/>
          </a:prstGeom>
          <a:noFill/>
          <a:ln w="0">
            <a:noFill/>
          </a:ln>
        </p:spPr>
        <p:txBody>
          <a:bodyPr wrap="square" lIns="0" tIns="0" rIns="0" bIns="0" anchor="t">
            <a:noAutofit/>
          </a:bodyPr>
          <a:lstStyle>
            <a:defPPr>
              <a:defRPr sz="2025" b="1">
                <a:solidFill>
                  <a:srgbClr val="C35C3C"/>
                </a:solidFill>
                <a:latin typeface="DejaVu Sans"/>
                <a:ea typeface="DejaVu Sans"/>
                <a:cs typeface="DejaVu Sans"/>
              </a:defRPr>
            </a:defPPr>
          </a:lstStyle>
          <a:p>
            <a:pPr>
              <a:defRPr sz="2025" b="1">
                <a:solidFill>
                  <a:srgbClr val="C35C3C"/>
                </a:solidFill>
                <a:latin typeface="DejaVu Sans"/>
                <a:ea typeface="DejaVu Sans"/>
                <a:cs typeface="DejaVu Sans"/>
              </a:defRPr>
            </a:pPr>
            <a:r>
              <a:rPr sz="2025" b="1">
                <a:solidFill>
                  <a:srgbClr val="C35C3C"/>
                </a:solidFill>
                <a:latin typeface="DejaVu Sans"/>
                <a:ea typeface="DejaVu Sans"/>
                <a:cs typeface="DejaVu Sans"/>
              </a:rPr>
              <a:t>Update check</a:t>
            </a:r>
          </a:p>
        </p:txBody>
      </p:sp>
      <p:sp>
        <p:nvSpPr>
          <p:cNvPr id="10" name="Rectangle 9">
            <a:extLst>
              <a:ext uri="{FF2B5EF4-FFF2-40B4-BE49-F238E27FC236}">
                <a16:creationId xmlns="" xmlns:a16="http://schemas.microsoft.com/office/drawing/2014/main" id="{1D6D09F5-9BDE-4B8D-A2E6-8ACBE732E7A4}"/>
              </a:ext>
            </a:extLst>
          </p:cNvPr>
          <p:cNvSpPr>
            <a:spLocks noGrp="1"/>
          </p:cNvSpPr>
          <p:nvPr/>
        </p:nvSpPr>
        <p:spPr>
          <a:xfrm>
            <a:off x="8239125" y="4362450"/>
            <a:ext cx="3314700" cy="1485900"/>
          </a:xfrm>
          <a:prstGeom prst="rect">
            <a:avLst/>
          </a:prstGeom>
          <a:noFill/>
          <a:ln w="0">
            <a:noFill/>
          </a:ln>
        </p:spPr>
        <p:txBody>
          <a:bodyPr wrap="square" lIns="0" tIns="0" rIns="0" bIns="0" anchor="t">
            <a:noAutofit/>
          </a:bodyPr>
          <a:lstStyle>
            <a:defPPr>
              <a:defRPr sz="1725" b="0">
                <a:solidFill>
                  <a:srgbClr val="183A4C"/>
                </a:solidFill>
                <a:latin typeface="DejaVu Sans"/>
                <a:ea typeface="DejaVu Sans"/>
                <a:cs typeface="DejaVu Sans"/>
              </a:defRPr>
            </a:defPPr>
          </a:lstStyle>
          <a:p>
            <a:pPr>
              <a:defRPr sz="1725" b="0">
                <a:solidFill>
                  <a:srgbClr val="183A4C"/>
                </a:solidFill>
                <a:latin typeface="DejaVu Sans"/>
                <a:ea typeface="DejaVu Sans"/>
                <a:cs typeface="DejaVu Sans"/>
              </a:defRPr>
            </a:pPr>
            <a:r>
              <a:rPr sz="1725" b="0" dirty="0">
                <a:solidFill>
                  <a:srgbClr val="183A4C"/>
                </a:solidFill>
                <a:latin typeface="DejaVu Sans"/>
                <a:ea typeface="DejaVu Sans"/>
                <a:cs typeface="DejaVu Sans"/>
              </a:rPr>
              <a:t>FGB pilot: through Nov 2025.</a:t>
            </a:r>
          </a:p>
          <a:p>
            <a:pPr>
              <a:defRPr sz="1725" b="0">
                <a:solidFill>
                  <a:srgbClr val="183A4C"/>
                </a:solidFill>
                <a:latin typeface="DejaVu Sans"/>
                <a:ea typeface="DejaVu Sans"/>
                <a:cs typeface="DejaVu Sans"/>
              </a:defRPr>
            </a:pPr>
            <a:r>
              <a:rPr sz="1725" b="0" dirty="0">
                <a:solidFill>
                  <a:srgbClr val="183A4C"/>
                </a:solidFill>
                <a:latin typeface="DejaVu Sans"/>
                <a:ea typeface="DejaVu Sans"/>
                <a:cs typeface="DejaVu Sans"/>
              </a:rPr>
              <a:t>USVI pilot: through Sep 2026.</a:t>
            </a:r>
          </a:p>
          <a:p>
            <a:pPr>
              <a:defRPr sz="1725" b="0">
                <a:solidFill>
                  <a:srgbClr val="183A4C"/>
                </a:solidFill>
                <a:latin typeface="DejaVu Sans"/>
                <a:ea typeface="DejaVu Sans"/>
                <a:cs typeface="DejaVu Sans"/>
              </a:defRPr>
            </a:pPr>
            <a:r>
              <a:rPr sz="1725" b="0" dirty="0">
                <a:solidFill>
                  <a:srgbClr val="183A4C"/>
                </a:solidFill>
                <a:latin typeface="DejaVu Sans"/>
                <a:ea typeface="DejaVu Sans"/>
                <a:cs typeface="DejaVu Sans"/>
              </a:rPr>
              <a:t>Check source freshness before publishing.</a:t>
            </a:r>
          </a:p>
        </p:txBody>
      </p:sp>
      <p:sp>
        <p:nvSpPr>
          <p:cNvPr id="11" name="Rectangle 10">
            <a:extLst>
              <a:ext uri="{FF2B5EF4-FFF2-40B4-BE49-F238E27FC236}">
                <a16:creationId xmlns="" xmlns:a16="http://schemas.microsoft.com/office/drawing/2014/main" id="{C8EE8B3B-6121-47A3-929A-E77E740A5B32}"/>
              </a:ext>
            </a:extLst>
          </p:cNvPr>
          <p:cNvSpPr>
            <a:spLocks noGrp="1"/>
          </p:cNvSpPr>
          <p:nvPr/>
        </p:nvSpPr>
        <p:spPr>
          <a:xfrm>
            <a:off x="609600" y="6000750"/>
            <a:ext cx="257175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dirty="0">
                <a:solidFill>
                  <a:srgbClr val="007F86"/>
                </a:solidFill>
                <a:latin typeface="DejaVu Sans"/>
                <a:ea typeface="DejaVu Sans"/>
                <a:cs typeface="DejaVu Sans"/>
                <a:hlinkClick r:id="rId4"/>
              </a:rPr>
              <a:t>NOAA FGB sites</a:t>
            </a:r>
          </a:p>
        </p:txBody>
      </p:sp>
      <p:sp>
        <p:nvSpPr>
          <p:cNvPr id="12" name="Rectangle 11">
            <a:extLst>
              <a:ext uri="{FF2B5EF4-FFF2-40B4-BE49-F238E27FC236}">
                <a16:creationId xmlns="" xmlns:a16="http://schemas.microsoft.com/office/drawing/2014/main" id="{8719CF1B-09FC-4452-ADFE-34A860AFB0A5}"/>
              </a:ext>
            </a:extLst>
          </p:cNvPr>
          <p:cNvSpPr>
            <a:spLocks noGrp="1"/>
          </p:cNvSpPr>
          <p:nvPr/>
        </p:nvSpPr>
        <p:spPr>
          <a:xfrm>
            <a:off x="3333750" y="6000750"/>
            <a:ext cx="257175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a:solidFill>
                  <a:srgbClr val="007F86"/>
                </a:solidFill>
                <a:latin typeface="DejaVu Sans"/>
                <a:ea typeface="DejaVu Sans"/>
                <a:cs typeface="DejaVu Sans"/>
                <a:hlinkClick r:id="rId5"/>
              </a:rPr>
              <a:t>NOAA USVI sites</a:t>
            </a:r>
          </a:p>
        </p:txBody>
      </p:sp>
    </p:spTree>
    <p:extLst>
      <p:ext uri="{BB962C8B-B14F-4D97-AF65-F5344CB8AC3E}">
        <p14:creationId xmlns:p14="http://schemas.microsoft.com/office/powerpoint/2010/main" val="147955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 xmlns:a16="http://schemas.microsoft.com/office/drawing/2014/main" id="{0529B1B5-F138-477D-AD91-59F146D1C5CD}"/>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96F3FD39-3AF3-4C9B-B486-116B412690CF}"/>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lang="en-US" sz="3225" b="1" dirty="0" smtClean="0">
                <a:solidFill>
                  <a:srgbClr val="102F43"/>
                </a:solidFill>
                <a:latin typeface="DejaVu Sans"/>
                <a:ea typeface="DejaVu Sans"/>
                <a:cs typeface="DejaVu Sans"/>
              </a:rPr>
              <a:t>Tentative o</a:t>
            </a:r>
            <a:r>
              <a:rPr sz="3225" b="1" dirty="0" smtClean="0">
                <a:solidFill>
                  <a:srgbClr val="102F43"/>
                </a:solidFill>
                <a:latin typeface="DejaVu Sans"/>
                <a:ea typeface="DejaVu Sans"/>
                <a:cs typeface="DejaVu Sans"/>
              </a:rPr>
              <a:t>ption </a:t>
            </a:r>
            <a:r>
              <a:rPr sz="3225" b="1" dirty="0">
                <a:solidFill>
                  <a:srgbClr val="102F43"/>
                </a:solidFill>
                <a:latin typeface="DejaVu Sans"/>
                <a:ea typeface="DejaVu Sans"/>
                <a:cs typeface="DejaVu Sans"/>
              </a:rPr>
              <a:t>3: </a:t>
            </a:r>
            <a:r>
              <a:rPr lang="en-US" sz="3225" b="1" dirty="0" smtClean="0">
                <a:solidFill>
                  <a:srgbClr val="102F43"/>
                </a:solidFill>
                <a:latin typeface="DejaVu Sans"/>
                <a:ea typeface="DejaVu Sans"/>
                <a:cs typeface="DejaVu Sans"/>
              </a:rPr>
              <a:t>all </a:t>
            </a:r>
            <a:r>
              <a:rPr sz="3225" b="1" dirty="0" smtClean="0">
                <a:solidFill>
                  <a:srgbClr val="102F43"/>
                </a:solidFill>
                <a:latin typeface="DejaVu Sans"/>
                <a:ea typeface="DejaVu Sans"/>
                <a:cs typeface="DejaVu Sans"/>
              </a:rPr>
              <a:t>cells </a:t>
            </a:r>
            <a:r>
              <a:rPr sz="3225" b="1" dirty="0">
                <a:solidFill>
                  <a:srgbClr val="102F43"/>
                </a:solidFill>
                <a:latin typeface="DejaVu Sans"/>
                <a:ea typeface="DejaVu Sans"/>
                <a:cs typeface="DejaVu Sans"/>
              </a:rPr>
              <a:t>within ONMS boundaries</a:t>
            </a:r>
          </a:p>
        </p:txBody>
      </p:sp>
      <p:sp>
        <p:nvSpPr>
          <p:cNvPr id="3" name="Rectangle 2">
            <a:extLst>
              <a:ext uri="{FF2B5EF4-FFF2-40B4-BE49-F238E27FC236}">
                <a16:creationId xmlns="" xmlns:a16="http://schemas.microsoft.com/office/drawing/2014/main" id="{0041ADAC-9A73-46EB-82C9-44438E352484}"/>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0768A2DC-E564-418C-B967-CA121E59ABF7}"/>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07</a:t>
            </a:r>
          </a:p>
        </p:txBody>
      </p:sp>
      <p:pic>
        <p:nvPicPr>
          <p:cNvPr id="6" name="Picture 5">
            <a:extLst>
              <a:ext uri="{FF2B5EF4-FFF2-40B4-BE49-F238E27FC236}">
                <a16:creationId xmlns="" xmlns:a16="http://schemas.microsoft.com/office/drawing/2014/main" id="{FA0BB014-364A-486B-BC9B-44AF11C54E06}"/>
              </a:ext>
            </a:extLst>
          </p:cNvPr>
          <p:cNvPicPr>
            <a:picLocks noChangeAspect="1"/>
          </p:cNvPicPr>
          <p:nvPr/>
        </p:nvPicPr>
        <p:blipFill>
          <a:blip r:embed="rId3"/>
          <a:stretch/>
        </p:blipFill>
        <p:spPr>
          <a:xfrm>
            <a:off x="609600" y="2283619"/>
            <a:ext cx="7429500" cy="3157538"/>
          </a:xfrm>
          <a:prstGeom prst="rect">
            <a:avLst/>
          </a:prstGeom>
        </p:spPr>
      </p:pic>
      <p:sp>
        <p:nvSpPr>
          <p:cNvPr id="7" name="Rectangle 6">
            <a:extLst>
              <a:ext uri="{FF2B5EF4-FFF2-40B4-BE49-F238E27FC236}">
                <a16:creationId xmlns="" xmlns:a16="http://schemas.microsoft.com/office/drawing/2014/main" id="{F155D7D9-A0E4-4D5D-AC10-AF94355C03C4}"/>
              </a:ext>
            </a:extLst>
          </p:cNvPr>
          <p:cNvSpPr>
            <a:spLocks noGrp="1"/>
          </p:cNvSpPr>
          <p:nvPr/>
        </p:nvSpPr>
        <p:spPr>
          <a:xfrm>
            <a:off x="8324850" y="1990725"/>
            <a:ext cx="3190875" cy="428625"/>
          </a:xfrm>
          <a:prstGeom prst="rect">
            <a:avLst/>
          </a:prstGeom>
          <a:noFill/>
          <a:ln w="0">
            <a:noFill/>
          </a:ln>
        </p:spPr>
        <p:txBody>
          <a:bodyPr wrap="square" lIns="0" tIns="0" rIns="0" bIns="0" anchor="t">
            <a:noAutofit/>
          </a:bodyPr>
          <a:lstStyle>
            <a:defPPr>
              <a:defRPr sz="2175" b="1">
                <a:solidFill>
                  <a:srgbClr val="007F86"/>
                </a:solidFill>
                <a:latin typeface="DejaVu Sans"/>
                <a:ea typeface="DejaVu Sans"/>
                <a:cs typeface="DejaVu Sans"/>
              </a:defRPr>
            </a:defPPr>
          </a:lstStyle>
          <a:p>
            <a:pPr>
              <a:defRPr sz="2175" b="1">
                <a:solidFill>
                  <a:srgbClr val="007F86"/>
                </a:solidFill>
                <a:latin typeface="DejaVu Sans"/>
                <a:ea typeface="DejaVu Sans"/>
                <a:cs typeface="DejaVu Sans"/>
              </a:defRPr>
            </a:pPr>
            <a:r>
              <a:rPr lang="en-US" sz="2175" b="1" dirty="0" smtClean="0">
                <a:solidFill>
                  <a:srgbClr val="007F86"/>
                </a:solidFill>
                <a:latin typeface="DejaVu Sans"/>
                <a:ea typeface="DejaVu Sans"/>
                <a:cs typeface="DejaVu Sans"/>
              </a:rPr>
              <a:t>~</a:t>
            </a:r>
            <a:r>
              <a:rPr sz="2175" b="1" dirty="0" smtClean="0">
                <a:solidFill>
                  <a:srgbClr val="007F86"/>
                </a:solidFill>
                <a:latin typeface="DejaVu Sans"/>
                <a:ea typeface="DejaVu Sans"/>
                <a:cs typeface="DejaVu Sans"/>
              </a:rPr>
              <a:t>416 </a:t>
            </a:r>
            <a:r>
              <a:rPr sz="2175" b="1" dirty="0">
                <a:solidFill>
                  <a:srgbClr val="007F86"/>
                </a:solidFill>
                <a:latin typeface="DejaVu Sans"/>
                <a:ea typeface="DejaVu Sans"/>
                <a:cs typeface="DejaVu Sans"/>
              </a:rPr>
              <a:t>grid centers</a:t>
            </a:r>
          </a:p>
        </p:txBody>
      </p:sp>
      <p:sp>
        <p:nvSpPr>
          <p:cNvPr id="8" name="Rectangle 7">
            <a:extLst>
              <a:ext uri="{FF2B5EF4-FFF2-40B4-BE49-F238E27FC236}">
                <a16:creationId xmlns="" xmlns:a16="http://schemas.microsoft.com/office/drawing/2014/main" id="{DB631D83-03BE-4F06-B4DF-B78D8FE9789F}"/>
              </a:ext>
            </a:extLst>
          </p:cNvPr>
          <p:cNvSpPr>
            <a:spLocks noGrp="1"/>
          </p:cNvSpPr>
          <p:nvPr/>
        </p:nvSpPr>
        <p:spPr>
          <a:xfrm>
            <a:off x="8324850" y="2476500"/>
            <a:ext cx="3190875" cy="923925"/>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a:solidFill>
                  <a:srgbClr val="183A4C"/>
                </a:solidFill>
                <a:latin typeface="DejaVu Sans"/>
                <a:ea typeface="DejaVu Sans"/>
                <a:cs typeface="DejaVu Sans"/>
              </a:rPr>
              <a:t>414 provide valid monthly SST in the included pilot record.</a:t>
            </a:r>
          </a:p>
        </p:txBody>
      </p:sp>
      <p:sp>
        <p:nvSpPr>
          <p:cNvPr id="10" name="Rectangle 9">
            <a:extLst>
              <a:ext uri="{FF2B5EF4-FFF2-40B4-BE49-F238E27FC236}">
                <a16:creationId xmlns="" xmlns:a16="http://schemas.microsoft.com/office/drawing/2014/main" id="{43FF5D8F-41FC-42B6-9100-862246C9E267}"/>
              </a:ext>
            </a:extLst>
          </p:cNvPr>
          <p:cNvSpPr>
            <a:spLocks noGrp="1"/>
          </p:cNvSpPr>
          <p:nvPr/>
        </p:nvSpPr>
        <p:spPr>
          <a:xfrm>
            <a:off x="8334375" y="3562350"/>
            <a:ext cx="3190875" cy="15621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dirty="0">
                <a:solidFill>
                  <a:srgbClr val="183A4C"/>
                </a:solidFill>
                <a:latin typeface="DejaVu Sans"/>
                <a:ea typeface="DejaVu Sans"/>
                <a:cs typeface="DejaVu Sans"/>
              </a:rPr>
              <a:t>Includes eligible open water as well as reef areas. Boundary version and cell-selection rule become part of the method</a:t>
            </a:r>
            <a:r>
              <a:rPr sz="1875" b="0" dirty="0" smtClean="0">
                <a:solidFill>
                  <a:srgbClr val="183A4C"/>
                </a:solidFill>
                <a:latin typeface="DejaVu Sans"/>
                <a:ea typeface="DejaVu Sans"/>
                <a:cs typeface="DejaVu Sans"/>
              </a:rPr>
              <a:t>.</a:t>
            </a:r>
            <a:r>
              <a:rPr lang="en-US" sz="1875" b="0" dirty="0" smtClean="0">
                <a:solidFill>
                  <a:srgbClr val="183A4C"/>
                </a:solidFill>
                <a:latin typeface="DejaVu Sans"/>
                <a:ea typeface="DejaVu Sans"/>
                <a:cs typeface="DejaVu Sans"/>
              </a:rPr>
              <a:t> </a:t>
            </a:r>
            <a:r>
              <a:rPr lang="en-US" sz="1875" dirty="0" smtClean="0">
                <a:solidFill>
                  <a:srgbClr val="183A4C"/>
                </a:solidFill>
                <a:latin typeface="DejaVu Sans"/>
                <a:ea typeface="DejaVu Sans"/>
                <a:cs typeface="DejaVu Sans"/>
              </a:rPr>
              <a:t>NOAA does not use this</a:t>
            </a:r>
            <a:endParaRPr sz="1875" b="0" dirty="0">
              <a:solidFill>
                <a:srgbClr val="183A4C"/>
              </a:solidFill>
              <a:latin typeface="DejaVu Sans"/>
              <a:ea typeface="DejaVu Sans"/>
              <a:cs typeface="DejaVu Sans"/>
            </a:endParaRPr>
          </a:p>
        </p:txBody>
      </p:sp>
      <p:sp>
        <p:nvSpPr>
          <p:cNvPr id="11" name="Rectangle 10">
            <a:extLst>
              <a:ext uri="{FF2B5EF4-FFF2-40B4-BE49-F238E27FC236}">
                <a16:creationId xmlns="" xmlns:a16="http://schemas.microsoft.com/office/drawing/2014/main" id="{B6C7D94D-26EE-45DD-B78C-BA36CA505270}"/>
              </a:ext>
            </a:extLst>
          </p:cNvPr>
          <p:cNvSpPr>
            <a:spLocks noGrp="1"/>
          </p:cNvSpPr>
          <p:nvPr/>
        </p:nvSpPr>
        <p:spPr>
          <a:xfrm>
            <a:off x="609600" y="5829300"/>
            <a:ext cx="7524750" cy="419100"/>
          </a:xfrm>
          <a:prstGeom prst="rect">
            <a:avLst/>
          </a:prstGeom>
          <a:noFill/>
          <a:ln w="0">
            <a:noFill/>
          </a:ln>
        </p:spPr>
        <p:txBody>
          <a:bodyPr wrap="square" lIns="0" tIns="0" rIns="0" bIns="0" anchor="t">
            <a:noAutofit/>
          </a:bodyPr>
          <a:lstStyle>
            <a:defPPr>
              <a:defRPr sz="1275" b="0">
                <a:solidFill>
                  <a:srgbClr val="526C78"/>
                </a:solidFill>
                <a:latin typeface="DejaVu Sans"/>
                <a:ea typeface="DejaVu Sans"/>
                <a:cs typeface="DejaVu Sans"/>
              </a:defRPr>
            </a:defPPr>
          </a:lstStyle>
          <a:p>
            <a:pPr>
              <a:defRPr sz="1275" b="0">
                <a:solidFill>
                  <a:srgbClr val="526C78"/>
                </a:solidFill>
                <a:latin typeface="DejaVu Sans"/>
                <a:ea typeface="DejaVu Sans"/>
                <a:cs typeface="DejaVu Sans"/>
              </a:defRPr>
            </a:pPr>
            <a:r>
              <a:rPr sz="1275" b="0">
                <a:solidFill>
                  <a:srgbClr val="526C78"/>
                </a:solidFill>
                <a:latin typeface="DejaVu Sans"/>
                <a:ea typeface="DejaVu Sans"/>
                <a:cs typeface="DejaVu Sans"/>
              </a:rPr>
              <a:t>Actual station coordinates. Workflow display boundary includes interior exclusions.</a:t>
            </a:r>
          </a:p>
        </p:txBody>
      </p:sp>
      <p:sp>
        <p:nvSpPr>
          <p:cNvPr id="12" name="Rectangle 11">
            <a:extLst>
              <a:ext uri="{FF2B5EF4-FFF2-40B4-BE49-F238E27FC236}">
                <a16:creationId xmlns="" xmlns:a16="http://schemas.microsoft.com/office/drawing/2014/main" id="{02F28E1C-2408-4D95-A875-EAFABD5C2BE8}"/>
              </a:ext>
            </a:extLst>
          </p:cNvPr>
          <p:cNvSpPr>
            <a:spLocks noGrp="1"/>
          </p:cNvSpPr>
          <p:nvPr/>
        </p:nvSpPr>
        <p:spPr>
          <a:xfrm>
            <a:off x="8334375" y="5924550"/>
            <a:ext cx="323850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a:solidFill>
                  <a:srgbClr val="007F86"/>
                </a:solidFill>
                <a:latin typeface="DejaVu Sans"/>
                <a:ea typeface="DejaVu Sans"/>
                <a:cs typeface="DejaVu Sans"/>
                <a:hlinkClick r:id="rId4"/>
              </a:rPr>
              <a:t>NOAA boundary metadata</a:t>
            </a:r>
          </a:p>
        </p:txBody>
      </p:sp>
    </p:spTree>
    <p:extLst>
      <p:ext uri="{BB962C8B-B14F-4D97-AF65-F5344CB8AC3E}">
        <p14:creationId xmlns:p14="http://schemas.microsoft.com/office/powerpoint/2010/main" val="24552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5A1F860D-AA13-4AB6-A58D-EE82914D2B66}"/>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D4062D1C-242C-4475-A039-5C1A5FDE0B49}"/>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dirty="0">
                <a:solidFill>
                  <a:srgbClr val="102F43"/>
                </a:solidFill>
                <a:latin typeface="DejaVu Sans"/>
                <a:ea typeface="DejaVu Sans"/>
                <a:cs typeface="DejaVu Sans"/>
              </a:rPr>
              <a:t>A sanctuary-wide SST history is </a:t>
            </a:r>
            <a:r>
              <a:rPr sz="3225" b="1" dirty="0" smtClean="0">
                <a:solidFill>
                  <a:srgbClr val="102F43"/>
                </a:solidFill>
                <a:latin typeface="DejaVu Sans"/>
                <a:ea typeface="DejaVu Sans"/>
                <a:cs typeface="DejaVu Sans"/>
              </a:rPr>
              <a:t>feasible</a:t>
            </a:r>
            <a:r>
              <a:rPr lang="en-US" sz="3225" b="1" dirty="0" smtClean="0">
                <a:solidFill>
                  <a:srgbClr val="102F43"/>
                </a:solidFill>
                <a:latin typeface="DejaVu Sans"/>
                <a:ea typeface="DejaVu Sans"/>
                <a:cs typeface="DejaVu Sans"/>
              </a:rPr>
              <a:t> but data intensive </a:t>
            </a:r>
            <a:endParaRPr sz="3225" b="1" dirty="0">
              <a:solidFill>
                <a:srgbClr val="102F43"/>
              </a:solidFill>
              <a:latin typeface="DejaVu Sans"/>
              <a:ea typeface="DejaVu Sans"/>
              <a:cs typeface="DejaVu Sans"/>
            </a:endParaRPr>
          </a:p>
        </p:txBody>
      </p:sp>
      <p:sp>
        <p:nvSpPr>
          <p:cNvPr id="3" name="Rectangle 2">
            <a:extLst>
              <a:ext uri="{FF2B5EF4-FFF2-40B4-BE49-F238E27FC236}">
                <a16:creationId xmlns="" xmlns:a16="http://schemas.microsoft.com/office/drawing/2014/main" id="{72615BFF-2079-4FA6-85EC-5EE84629CBB7}"/>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320EFDD5-1B89-4E92-9E1D-6A964FE1889B}"/>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08</a:t>
            </a:r>
          </a:p>
        </p:txBody>
      </p:sp>
      <p:graphicFrame>
        <p:nvGraphicFramePr>
          <p:cNvPr id="6" name="Chart">
            <a:extLst>
              <a:ext uri="{FF2B5EF4-FFF2-40B4-BE49-F238E27FC236}">
                <a16:creationId xmlns="" xmlns:a16="http://schemas.microsoft.com/office/drawing/2014/main" id="{E6593D8A-1DC7-4C6E-A282-EE71978C6F2E}"/>
              </a:ext>
            </a:extLst>
          </p:cNvPr>
          <p:cNvGraphicFramePr/>
          <p:nvPr/>
        </p:nvGraphicFramePr>
        <p:xfrm>
          <a:off x="609600" y="1971675"/>
          <a:ext cx="109061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 xmlns:a16="http://schemas.microsoft.com/office/drawing/2014/main" id="{42E216DE-3897-4848-AFDE-47197E2625A6}"/>
              </a:ext>
            </a:extLst>
          </p:cNvPr>
          <p:cNvSpPr>
            <a:spLocks noGrp="1"/>
          </p:cNvSpPr>
          <p:nvPr/>
        </p:nvSpPr>
        <p:spPr>
          <a:xfrm>
            <a:off x="609600" y="5419725"/>
            <a:ext cx="2762250" cy="381000"/>
          </a:xfrm>
          <a:prstGeom prst="rect">
            <a:avLst/>
          </a:prstGeom>
          <a:noFill/>
          <a:ln w="0">
            <a:noFill/>
          </a:ln>
        </p:spPr>
        <p:txBody>
          <a:bodyPr wrap="square" lIns="0" tIns="0" rIns="0" bIns="0" anchor="t">
            <a:noAutofit/>
          </a:bodyPr>
          <a:lstStyle>
            <a:defPPr>
              <a:defRPr sz="1950" b="1">
                <a:solidFill>
                  <a:srgbClr val="007F86"/>
                </a:solidFill>
                <a:latin typeface="DejaVu Sans"/>
                <a:ea typeface="DejaVu Sans"/>
                <a:cs typeface="DejaVu Sans"/>
              </a:defRPr>
            </a:defPPr>
          </a:lstStyle>
          <a:p>
            <a:pPr>
              <a:defRPr sz="1950" b="1">
                <a:solidFill>
                  <a:srgbClr val="007F86"/>
                </a:solidFill>
                <a:latin typeface="DejaVu Sans"/>
                <a:ea typeface="DejaVu Sans"/>
                <a:cs typeface="DejaVu Sans"/>
              </a:defRPr>
            </a:pPr>
            <a:r>
              <a:rPr sz="1950" b="1">
                <a:solidFill>
                  <a:srgbClr val="007F86"/>
                </a:solidFill>
                <a:latin typeface="DejaVu Sans"/>
                <a:ea typeface="DejaVu Sans"/>
                <a:cs typeface="DejaVu Sans"/>
              </a:rPr>
              <a:t>Method in the pilot</a:t>
            </a:r>
          </a:p>
        </p:txBody>
      </p:sp>
      <p:sp>
        <p:nvSpPr>
          <p:cNvPr id="8" name="Rectangle 7">
            <a:extLst>
              <a:ext uri="{FF2B5EF4-FFF2-40B4-BE49-F238E27FC236}">
                <a16:creationId xmlns="" xmlns:a16="http://schemas.microsoft.com/office/drawing/2014/main" id="{F7B33A86-2FB2-40F5-AB65-86AB5226FC1D}"/>
              </a:ext>
            </a:extLst>
          </p:cNvPr>
          <p:cNvSpPr>
            <a:spLocks noGrp="1"/>
          </p:cNvSpPr>
          <p:nvPr/>
        </p:nvSpPr>
        <p:spPr>
          <a:xfrm>
            <a:off x="3429000" y="5419725"/>
            <a:ext cx="8001000" cy="647700"/>
          </a:xfrm>
          <a:prstGeom prst="rect">
            <a:avLst/>
          </a:prstGeom>
          <a:noFill/>
          <a:ln w="0">
            <a:noFill/>
          </a:ln>
        </p:spPr>
        <p:txBody>
          <a:bodyPr wrap="square" lIns="0" tIns="0" rIns="0" bIns="0" anchor="t">
            <a:noAutofit/>
          </a:bodyPr>
          <a:lstStyle>
            <a:defPPr>
              <a:defRPr sz="1875" b="0">
                <a:solidFill>
                  <a:srgbClr val="183A4C"/>
                </a:solidFill>
                <a:latin typeface="DejaVu Sans"/>
                <a:ea typeface="DejaVu Sans"/>
                <a:cs typeface="DejaVu Sans"/>
              </a:defRPr>
            </a:defPPr>
          </a:lstStyle>
          <a:p>
            <a:pPr>
              <a:defRPr sz="1875" b="0">
                <a:solidFill>
                  <a:srgbClr val="183A4C"/>
                </a:solidFill>
                <a:latin typeface="DejaVu Sans"/>
                <a:ea typeface="DejaVu Sans"/>
                <a:cs typeface="DejaVu Sans"/>
              </a:defRPr>
            </a:pPr>
            <a:r>
              <a:rPr sz="1875" b="0">
                <a:solidFill>
                  <a:srgbClr val="183A4C"/>
                </a:solidFill>
                <a:latin typeface="DejaVu Sans"/>
                <a:ea typeface="DejaVu Sans"/>
                <a:cs typeface="DejaVu Sans"/>
              </a:rPr>
              <a:t>Monthly CoralTemp rasters, averaged across valid cells with cosine(latitude) weights.</a:t>
            </a:r>
          </a:p>
        </p:txBody>
      </p:sp>
      <p:sp>
        <p:nvSpPr>
          <p:cNvPr id="9" name="Rectangle 8">
            <a:extLst>
              <a:ext uri="{FF2B5EF4-FFF2-40B4-BE49-F238E27FC236}">
                <a16:creationId xmlns="" xmlns:a16="http://schemas.microsoft.com/office/drawing/2014/main" id="{996EA46B-2ECF-4D95-88B5-6244805F67E9}"/>
              </a:ext>
            </a:extLst>
          </p:cNvPr>
          <p:cNvSpPr>
            <a:spLocks noGrp="1"/>
          </p:cNvSpPr>
          <p:nvPr/>
        </p:nvSpPr>
        <p:spPr>
          <a:xfrm>
            <a:off x="609600" y="6038850"/>
            <a:ext cx="714375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dirty="0">
                <a:solidFill>
                  <a:srgbClr val="007F86"/>
                </a:solidFill>
                <a:latin typeface="DejaVu Sans"/>
                <a:ea typeface="DejaVu Sans"/>
                <a:cs typeface="DejaVu Sans"/>
                <a:hlinkClick r:id="rId4"/>
              </a:rPr>
              <a:t>NOAA </a:t>
            </a:r>
            <a:r>
              <a:rPr sz="1275" b="0" u="sng" dirty="0" err="1">
                <a:solidFill>
                  <a:srgbClr val="007F86"/>
                </a:solidFill>
                <a:latin typeface="DejaVu Sans"/>
                <a:ea typeface="DejaVu Sans"/>
                <a:cs typeface="DejaVu Sans"/>
                <a:hlinkClick r:id="rId4"/>
              </a:rPr>
              <a:t>CoralTemp</a:t>
            </a:r>
            <a:r>
              <a:rPr sz="1275" b="0" u="sng" dirty="0">
                <a:solidFill>
                  <a:srgbClr val="007F86"/>
                </a:solidFill>
                <a:latin typeface="DejaVu Sans"/>
                <a:ea typeface="DejaVu Sans"/>
                <a:cs typeface="DejaVu Sans"/>
                <a:hlinkClick r:id="rId4"/>
              </a:rPr>
              <a:t> monthly raster source</a:t>
            </a:r>
          </a:p>
        </p:txBody>
      </p:sp>
    </p:spTree>
    <p:extLst>
      <p:ext uri="{BB962C8B-B14F-4D97-AF65-F5344CB8AC3E}">
        <p14:creationId xmlns:p14="http://schemas.microsoft.com/office/powerpoint/2010/main" val="993730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A6AE12A6-3BDD-4053-BF08-65A04C3F5D8E}"/>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FBC7469F-69A1-4A70-82C8-DF56D7B860F8}"/>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dirty="0">
                <a:solidFill>
                  <a:srgbClr val="102F43"/>
                </a:solidFill>
                <a:latin typeface="DejaVu Sans"/>
                <a:ea typeface="DejaVu Sans"/>
                <a:cs typeface="DejaVu Sans"/>
              </a:rPr>
              <a:t>The metric needs </a:t>
            </a:r>
            <a:r>
              <a:rPr lang="en-US" sz="3225" b="1" dirty="0" smtClean="0">
                <a:solidFill>
                  <a:srgbClr val="102F43"/>
                </a:solidFill>
                <a:latin typeface="DejaVu Sans"/>
                <a:ea typeface="DejaVu Sans"/>
                <a:cs typeface="DejaVu Sans"/>
              </a:rPr>
              <a:t>output </a:t>
            </a:r>
            <a:r>
              <a:rPr sz="3225" b="1" dirty="0" smtClean="0">
                <a:solidFill>
                  <a:srgbClr val="102F43"/>
                </a:solidFill>
                <a:latin typeface="DejaVu Sans"/>
                <a:ea typeface="DejaVu Sans"/>
                <a:cs typeface="DejaVu Sans"/>
              </a:rPr>
              <a:t>decision</a:t>
            </a:r>
            <a:endParaRPr sz="3225" b="1" dirty="0">
              <a:solidFill>
                <a:srgbClr val="102F43"/>
              </a:solidFill>
              <a:latin typeface="DejaVu Sans"/>
              <a:ea typeface="DejaVu Sans"/>
              <a:cs typeface="DejaVu Sans"/>
            </a:endParaRPr>
          </a:p>
        </p:txBody>
      </p:sp>
      <p:sp>
        <p:nvSpPr>
          <p:cNvPr id="3" name="Rectangle 2">
            <a:extLst>
              <a:ext uri="{FF2B5EF4-FFF2-40B4-BE49-F238E27FC236}">
                <a16:creationId xmlns="" xmlns:a16="http://schemas.microsoft.com/office/drawing/2014/main" id="{951C46F2-343D-402A-A0A6-6722E93567C4}"/>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5F464A8C-C8B4-48EB-B9D6-970170FC9EAF}"/>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09</a:t>
            </a:r>
          </a:p>
        </p:txBody>
      </p:sp>
      <p:graphicFrame>
        <p:nvGraphicFramePr>
          <p:cNvPr id="5" name="Table 4">
            <a:extLst>
              <a:ext uri="{FF2B5EF4-FFF2-40B4-BE49-F238E27FC236}">
                <a16:creationId xmlns="" xmlns:a16="http://schemas.microsoft.com/office/drawing/2014/main" id="{475D09B9-100A-4017-8A10-7BC412DEE428}"/>
              </a:ext>
            </a:extLst>
          </p:cNvPr>
          <p:cNvGraphicFramePr/>
          <p:nvPr/>
        </p:nvGraphicFramePr>
        <p:xfrm>
          <a:off x="609600" y="1952625"/>
          <a:ext cx="10972800" cy="3057524"/>
        </p:xfrm>
        <a:graphic>
          <a:graphicData uri="http://schemas.openxmlformats.org/drawingml/2006/table">
            <a:tbl>
              <a:tblPr/>
              <a:tblGrid>
                <a:gridCol w="2305050"/>
                <a:gridCol w="4038600"/>
                <a:gridCol w="4629150"/>
              </a:tblGrid>
              <a:tr h="764381">
                <a:tc>
                  <a:txBody>
                    <a:bodyPr/>
                    <a:lstStyle/>
                    <a:p>
                      <a:r>
                        <a:rPr sz="1800" b="1">
                          <a:solidFill>
                            <a:srgbClr val="FFFFFF"/>
                          </a:solidFill>
                          <a:latin typeface="DejaVu Sans"/>
                          <a:ea typeface="DejaVu Sans"/>
                          <a:cs typeface="DejaVu Sans"/>
                        </a:rPr>
                        <a:t>Metric</a:t>
                      </a:r>
                    </a:p>
                  </a:txBody>
                  <a:tcPr anchor="ctr">
                    <a:solidFill>
                      <a:srgbClr val="102F43"/>
                    </a:solidFill>
                  </a:tcPr>
                </a:tc>
                <a:tc>
                  <a:txBody>
                    <a:bodyPr/>
                    <a:lstStyle/>
                    <a:p>
                      <a:r>
                        <a:rPr sz="1800" b="1">
                          <a:solidFill>
                            <a:srgbClr val="FFFFFF"/>
                          </a:solidFill>
                          <a:latin typeface="DejaVu Sans"/>
                          <a:ea typeface="DejaVu Sans"/>
                          <a:cs typeface="DejaVu Sans"/>
                        </a:rPr>
                        <a:t>Proposed monthly output</a:t>
                      </a:r>
                    </a:p>
                  </a:txBody>
                  <a:tcPr anchor="ctr">
                    <a:solidFill>
                      <a:srgbClr val="102F43"/>
                    </a:solidFill>
                  </a:tcPr>
                </a:tc>
                <a:tc>
                  <a:txBody>
                    <a:bodyPr/>
                    <a:lstStyle/>
                    <a:p>
                      <a:r>
                        <a:rPr sz="1800" b="1">
                          <a:solidFill>
                            <a:srgbClr val="FFFFFF"/>
                          </a:solidFill>
                          <a:latin typeface="DejaVu Sans"/>
                          <a:ea typeface="DejaVu Sans"/>
                          <a:cs typeface="DejaVu Sans"/>
                        </a:rPr>
                        <a:t>Interpretation to preserve</a:t>
                      </a:r>
                    </a:p>
                  </a:txBody>
                  <a:tcPr anchor="ctr">
                    <a:solidFill>
                      <a:srgbClr val="102F43"/>
                    </a:solidFill>
                  </a:tcPr>
                </a:tc>
              </a:tr>
              <a:tr h="764381">
                <a:tc>
                  <a:txBody>
                    <a:bodyPr/>
                    <a:lstStyle/>
                    <a:p>
                      <a:r>
                        <a:rPr sz="1800" b="0">
                          <a:solidFill>
                            <a:srgbClr val="183A4C"/>
                          </a:solidFill>
                          <a:latin typeface="DejaVu Sans"/>
                          <a:ea typeface="DejaVu Sans"/>
                          <a:cs typeface="DejaVu Sans"/>
                        </a:rPr>
                        <a:t>SST</a:t>
                      </a:r>
                    </a:p>
                  </a:txBody>
                  <a:tcPr anchor="ctr">
                    <a:solidFill>
                      <a:srgbClr val="E8F0F2"/>
                    </a:solidFill>
                  </a:tcPr>
                </a:tc>
                <a:tc>
                  <a:txBody>
                    <a:bodyPr/>
                    <a:lstStyle/>
                    <a:p>
                      <a:r>
                        <a:rPr sz="1800" b="0">
                          <a:solidFill>
                            <a:srgbClr val="183A4C"/>
                          </a:solidFill>
                          <a:latin typeface="DejaVu Sans"/>
                          <a:ea typeface="DejaVu Sans"/>
                          <a:cs typeface="DejaVu Sans"/>
                        </a:rPr>
                        <a:t>Monthly mean in °C</a:t>
                      </a:r>
                    </a:p>
                  </a:txBody>
                  <a:tcPr anchor="ctr">
                    <a:solidFill>
                      <a:srgbClr val="E8F0F2"/>
                    </a:solidFill>
                  </a:tcPr>
                </a:tc>
                <a:tc>
                  <a:txBody>
                    <a:bodyPr/>
                    <a:lstStyle/>
                    <a:p>
                      <a:r>
                        <a:rPr sz="1800" b="0">
                          <a:solidFill>
                            <a:srgbClr val="183A4C"/>
                          </a:solidFill>
                          <a:latin typeface="DejaVu Sans"/>
                          <a:ea typeface="DejaVu Sans"/>
                          <a:cs typeface="DejaVu Sans"/>
                        </a:rPr>
                        <a:t>Typical surface temperature</a:t>
                      </a:r>
                    </a:p>
                  </a:txBody>
                  <a:tcPr anchor="ctr">
                    <a:solidFill>
                      <a:srgbClr val="E8F0F2"/>
                    </a:solidFill>
                  </a:tcPr>
                </a:tc>
              </a:tr>
              <a:tr h="764381">
                <a:tc>
                  <a:txBody>
                    <a:bodyPr/>
                    <a:lstStyle/>
                    <a:p>
                      <a:r>
                        <a:rPr sz="1800" b="0">
                          <a:solidFill>
                            <a:srgbClr val="183A4C"/>
                          </a:solidFill>
                          <a:latin typeface="DejaVu Sans"/>
                          <a:ea typeface="DejaVu Sans"/>
                          <a:cs typeface="DejaVu Sans"/>
                        </a:rPr>
                        <a:t>SST anomaly</a:t>
                      </a:r>
                    </a:p>
                  </a:txBody>
                  <a:tcPr anchor="ctr">
                    <a:solidFill>
                      <a:srgbClr val="F7F9FA"/>
                    </a:solidFill>
                  </a:tcPr>
                </a:tc>
                <a:tc>
                  <a:txBody>
                    <a:bodyPr/>
                    <a:lstStyle/>
                    <a:p>
                      <a:r>
                        <a:rPr sz="1800" b="0">
                          <a:solidFill>
                            <a:srgbClr val="183A4C"/>
                          </a:solidFill>
                          <a:latin typeface="DejaVu Sans"/>
                          <a:ea typeface="DejaVu Sans"/>
                          <a:cs typeface="DejaVu Sans"/>
                        </a:rPr>
                        <a:t>Monthly departure in °C</a:t>
                      </a:r>
                    </a:p>
                  </a:txBody>
                  <a:tcPr anchor="ctr">
                    <a:solidFill>
                      <a:srgbClr val="F7F9FA"/>
                    </a:solidFill>
                  </a:tcPr>
                </a:tc>
                <a:tc>
                  <a:txBody>
                    <a:bodyPr/>
                    <a:lstStyle/>
                    <a:p>
                      <a:r>
                        <a:rPr sz="1800" b="0">
                          <a:solidFill>
                            <a:srgbClr val="183A4C"/>
                          </a:solidFill>
                          <a:latin typeface="DejaVu Sans"/>
                          <a:ea typeface="DejaVu Sans"/>
                          <a:cs typeface="DejaVu Sans"/>
                        </a:rPr>
                        <a:t>Name the baseline and method</a:t>
                      </a:r>
                    </a:p>
                  </a:txBody>
                  <a:tcPr anchor="ctr">
                    <a:solidFill>
                      <a:srgbClr val="F7F9FA"/>
                    </a:solidFill>
                  </a:tcPr>
                </a:tc>
              </a:tr>
              <a:tr h="764381">
                <a:tc>
                  <a:txBody>
                    <a:bodyPr/>
                    <a:lstStyle/>
                    <a:p>
                      <a:r>
                        <a:rPr sz="1800" b="0">
                          <a:solidFill>
                            <a:srgbClr val="183A4C"/>
                          </a:solidFill>
                          <a:latin typeface="DejaVu Sans"/>
                          <a:ea typeface="DejaVu Sans"/>
                          <a:cs typeface="DejaVu Sans"/>
                        </a:rPr>
                        <a:t>Bleaching heat stress</a:t>
                      </a:r>
                    </a:p>
                  </a:txBody>
                  <a:tcPr anchor="ctr">
                    <a:solidFill>
                      <a:srgbClr val="E8F0F2"/>
                    </a:solidFill>
                  </a:tcPr>
                </a:tc>
                <a:tc>
                  <a:txBody>
                    <a:bodyPr/>
                    <a:lstStyle/>
                    <a:p>
                      <a:r>
                        <a:rPr sz="1800" b="0">
                          <a:solidFill>
                            <a:srgbClr val="183A4C"/>
                          </a:solidFill>
                          <a:latin typeface="DejaVu Sans"/>
                          <a:ea typeface="DejaVu Sans"/>
                          <a:cs typeface="DejaVu Sans"/>
                        </a:rPr>
                        <a:t>Site / region DHW peak,</a:t>
                      </a:r>
                    </a:p>
                    <a:p>
                      <a:r>
                        <a:rPr sz="1800" b="0">
                          <a:solidFill>
                            <a:srgbClr val="183A4C"/>
                          </a:solidFill>
                          <a:latin typeface="DejaVu Sans"/>
                          <a:ea typeface="DejaVu Sans"/>
                          <a:cs typeface="DejaVu Sans"/>
                        </a:rPr>
                        <a:t>with daily context available</a:t>
                      </a:r>
                    </a:p>
                  </a:txBody>
                  <a:tcPr anchor="ctr">
                    <a:solidFill>
                      <a:srgbClr val="E8F0F2"/>
                    </a:solidFill>
                  </a:tcPr>
                </a:tc>
                <a:tc>
                  <a:txBody>
                    <a:bodyPr/>
                    <a:lstStyle/>
                    <a:p>
                      <a:r>
                        <a:rPr sz="1800" b="0">
                          <a:solidFill>
                            <a:srgbClr val="183A4C"/>
                          </a:solidFill>
                          <a:latin typeface="DejaVu Sans"/>
                          <a:ea typeface="DejaVu Sans"/>
                          <a:cs typeface="DejaVu Sans"/>
                        </a:rPr>
                        <a:t>Keep NOAA’s metric definition</a:t>
                      </a:r>
                    </a:p>
                    <a:p>
                      <a:r>
                        <a:rPr sz="1800" b="0">
                          <a:solidFill>
                            <a:srgbClr val="183A4C"/>
                          </a:solidFill>
                          <a:latin typeface="DejaVu Sans"/>
                          <a:ea typeface="DejaVu Sans"/>
                          <a:cs typeface="DejaVu Sans"/>
                        </a:rPr>
                        <a:t>and alert rules visible</a:t>
                      </a:r>
                    </a:p>
                  </a:txBody>
                  <a:tcPr anchor="ctr">
                    <a:solidFill>
                      <a:srgbClr val="E8F0F2"/>
                    </a:solidFill>
                  </a:tcPr>
                </a:tc>
              </a:tr>
            </a:tbl>
          </a:graphicData>
        </a:graphic>
      </p:graphicFrame>
      <p:sp>
        <p:nvSpPr>
          <p:cNvPr id="6" name="Rectangle 5">
            <a:extLst>
              <a:ext uri="{FF2B5EF4-FFF2-40B4-BE49-F238E27FC236}">
                <a16:creationId xmlns="" xmlns:a16="http://schemas.microsoft.com/office/drawing/2014/main" id="{32AABACD-E1C5-48A8-B54B-AAFC9A190A8A}"/>
              </a:ext>
            </a:extLst>
          </p:cNvPr>
          <p:cNvSpPr>
            <a:spLocks noGrp="1"/>
          </p:cNvSpPr>
          <p:nvPr/>
        </p:nvSpPr>
        <p:spPr>
          <a:xfrm>
            <a:off x="609600" y="5324475"/>
            <a:ext cx="10972800" cy="428625"/>
          </a:xfrm>
          <a:prstGeom prst="rect">
            <a:avLst/>
          </a:prstGeom>
          <a:noFill/>
          <a:ln w="0">
            <a:noFill/>
          </a:ln>
        </p:spPr>
        <p:txBody>
          <a:bodyPr wrap="square" lIns="0" tIns="0" rIns="0" bIns="0" anchor="t">
            <a:noAutofit/>
          </a:bodyPr>
          <a:lstStyle>
            <a:defPPr>
              <a:defRPr sz="2100" b="1">
                <a:solidFill>
                  <a:srgbClr val="C35C3C"/>
                </a:solidFill>
                <a:latin typeface="DejaVu Sans"/>
                <a:ea typeface="DejaVu Sans"/>
                <a:cs typeface="DejaVu Sans"/>
              </a:defRPr>
            </a:defPPr>
          </a:lstStyle>
          <a:p>
            <a:pPr>
              <a:defRPr sz="2100" b="1">
                <a:solidFill>
                  <a:srgbClr val="C35C3C"/>
                </a:solidFill>
                <a:latin typeface="DejaVu Sans"/>
                <a:ea typeface="DejaVu Sans"/>
                <a:cs typeface="DejaVu Sans"/>
              </a:defRPr>
            </a:pPr>
            <a:r>
              <a:rPr sz="2100" b="1">
                <a:solidFill>
                  <a:srgbClr val="C35C3C"/>
                </a:solidFill>
                <a:latin typeface="DejaVu Sans"/>
                <a:ea typeface="DejaVu Sans"/>
                <a:cs typeface="DejaVu Sans"/>
              </a:rPr>
              <a:t>Averaging site DHW peaks can hide the most stressed location.</a:t>
            </a:r>
          </a:p>
        </p:txBody>
      </p:sp>
      <p:sp>
        <p:nvSpPr>
          <p:cNvPr id="7" name="Rectangle 6">
            <a:extLst>
              <a:ext uri="{FF2B5EF4-FFF2-40B4-BE49-F238E27FC236}">
                <a16:creationId xmlns="" xmlns:a16="http://schemas.microsoft.com/office/drawing/2014/main" id="{27A15F76-C2EC-46F5-8D3D-CD91772910EC}"/>
              </a:ext>
            </a:extLst>
          </p:cNvPr>
          <p:cNvSpPr>
            <a:spLocks noGrp="1"/>
          </p:cNvSpPr>
          <p:nvPr/>
        </p:nvSpPr>
        <p:spPr>
          <a:xfrm>
            <a:off x="609600" y="5781675"/>
            <a:ext cx="10972800" cy="323850"/>
          </a:xfrm>
          <a:prstGeom prst="rect">
            <a:avLst/>
          </a:prstGeom>
          <a:noFill/>
          <a:ln w="0">
            <a:noFill/>
          </a:ln>
        </p:spPr>
        <p:txBody>
          <a:bodyPr wrap="square" lIns="0" tIns="0" rIns="0" bIns="0" anchor="t">
            <a:noAutofit/>
          </a:bodyPr>
          <a:lstStyle>
            <a:defPPr>
              <a:defRPr sz="1725" b="0">
                <a:solidFill>
                  <a:srgbClr val="183A4C"/>
                </a:solidFill>
                <a:latin typeface="DejaVu Sans"/>
                <a:ea typeface="DejaVu Sans"/>
                <a:cs typeface="DejaVu Sans"/>
              </a:defRPr>
            </a:defPPr>
          </a:lstStyle>
          <a:p>
            <a:pPr>
              <a:defRPr sz="1725" b="0">
                <a:solidFill>
                  <a:srgbClr val="183A4C"/>
                </a:solidFill>
                <a:latin typeface="DejaVu Sans"/>
                <a:ea typeface="DejaVu Sans"/>
                <a:cs typeface="DejaVu Sans"/>
              </a:defRPr>
            </a:pPr>
            <a:r>
              <a:rPr sz="1725" b="0">
                <a:solidFill>
                  <a:srgbClr val="183A4C"/>
                </a:solidFill>
                <a:latin typeface="DejaVu Sans"/>
                <a:ea typeface="DejaVu Sans"/>
                <a:cs typeface="DejaVu Sans"/>
              </a:rPr>
              <a:t>An SST threshold depends on local climatology. Monthly SST alone cannot assign a daily alert.</a:t>
            </a:r>
          </a:p>
        </p:txBody>
      </p:sp>
      <p:sp>
        <p:nvSpPr>
          <p:cNvPr id="8" name="Rectangle 7">
            <a:extLst>
              <a:ext uri="{FF2B5EF4-FFF2-40B4-BE49-F238E27FC236}">
                <a16:creationId xmlns="" xmlns:a16="http://schemas.microsoft.com/office/drawing/2014/main" id="{BDD831C4-A6CC-4B15-92EF-692D3784A45E}"/>
              </a:ext>
            </a:extLst>
          </p:cNvPr>
          <p:cNvSpPr>
            <a:spLocks noGrp="1"/>
          </p:cNvSpPr>
          <p:nvPr/>
        </p:nvSpPr>
        <p:spPr>
          <a:xfrm>
            <a:off x="609600" y="6191250"/>
            <a:ext cx="8096250" cy="304800"/>
          </a:xfrm>
          <a:prstGeom prst="rect">
            <a:avLst/>
          </a:prstGeom>
          <a:noFill/>
          <a:ln w="0">
            <a:noFill/>
          </a:ln>
        </p:spPr>
        <p:txBody>
          <a:bodyPr wrap="square" lIns="0" tIns="0" rIns="0" bIns="0" anchor="t">
            <a:noAutofit/>
          </a:bodyPr>
          <a:lstStyle>
            <a:defPPr>
              <a:defRPr sz="1200" b="0">
                <a:solidFill>
                  <a:srgbClr val="007F86"/>
                </a:solidFill>
                <a:latin typeface="DejaVu Sans"/>
                <a:ea typeface="DejaVu Sans"/>
                <a:cs typeface="DejaVu Sans"/>
              </a:defRPr>
            </a:defPPr>
          </a:lstStyle>
          <a:p>
            <a:pPr>
              <a:defRPr sz="1200" b="0">
                <a:solidFill>
                  <a:srgbClr val="007F86"/>
                </a:solidFill>
                <a:latin typeface="DejaVu Sans"/>
                <a:ea typeface="DejaVu Sans"/>
                <a:cs typeface="DejaVu Sans"/>
              </a:defRPr>
            </a:pPr>
            <a:r>
              <a:rPr sz="1200" b="0" u="sng" dirty="0">
                <a:solidFill>
                  <a:srgbClr val="007F86"/>
                </a:solidFill>
                <a:latin typeface="DejaVu Sans"/>
                <a:ea typeface="DejaVu Sans"/>
                <a:cs typeface="DejaVu Sans"/>
                <a:hlinkClick r:id="rId3"/>
              </a:rPr>
              <a:t>NOAA SST, </a:t>
            </a:r>
            <a:r>
              <a:rPr sz="1200" b="0" u="sng" dirty="0" err="1">
                <a:solidFill>
                  <a:srgbClr val="007F86"/>
                </a:solidFill>
                <a:latin typeface="DejaVu Sans"/>
                <a:ea typeface="DejaVu Sans"/>
                <a:cs typeface="DejaVu Sans"/>
                <a:hlinkClick r:id="rId3"/>
              </a:rPr>
              <a:t>HotSpot</a:t>
            </a:r>
            <a:r>
              <a:rPr sz="1200" b="0" u="sng" dirty="0">
                <a:solidFill>
                  <a:srgbClr val="007F86"/>
                </a:solidFill>
                <a:latin typeface="DejaVu Sans"/>
                <a:ea typeface="DejaVu Sans"/>
                <a:cs typeface="DejaVu Sans"/>
                <a:hlinkClick r:id="rId3"/>
              </a:rPr>
              <a:t> and DHW methodology</a:t>
            </a:r>
          </a:p>
        </p:txBody>
      </p:sp>
    </p:spTree>
    <p:extLst>
      <p:ext uri="{BB962C8B-B14F-4D97-AF65-F5344CB8AC3E}">
        <p14:creationId xmlns:p14="http://schemas.microsoft.com/office/powerpoint/2010/main" val="526881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43B799C9-E97F-4DD1-ABAE-B7E3A8C59B59}"/>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45CB0871-25EB-442C-9158-02B6C0F24CBD}"/>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Decisions for the team</a:t>
            </a:r>
          </a:p>
        </p:txBody>
      </p:sp>
      <p:sp>
        <p:nvSpPr>
          <p:cNvPr id="3" name="Rectangle 2">
            <a:extLst>
              <a:ext uri="{FF2B5EF4-FFF2-40B4-BE49-F238E27FC236}">
                <a16:creationId xmlns="" xmlns:a16="http://schemas.microsoft.com/office/drawing/2014/main" id="{09E79C00-9567-4AEF-9683-5CEA6CAC75C4}"/>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934B6FB8-9C04-4013-B3AB-BA0CCBDD79E7}"/>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11</a:t>
            </a:r>
          </a:p>
        </p:txBody>
      </p:sp>
      <p:graphicFrame>
        <p:nvGraphicFramePr>
          <p:cNvPr id="5" name="Table 4">
            <a:extLst>
              <a:ext uri="{FF2B5EF4-FFF2-40B4-BE49-F238E27FC236}">
                <a16:creationId xmlns="" xmlns:a16="http://schemas.microsoft.com/office/drawing/2014/main" id="{8D4A2DD9-B8BF-4627-AF50-5B2FEF821ECE}"/>
              </a:ext>
            </a:extLst>
          </p:cNvPr>
          <p:cNvGraphicFramePr/>
          <p:nvPr>
            <p:extLst>
              <p:ext uri="{D42A27DB-BD31-4B8C-83A1-F6EECF244321}">
                <p14:modId xmlns:p14="http://schemas.microsoft.com/office/powerpoint/2010/main" val="2224730032"/>
              </p:ext>
            </p:extLst>
          </p:nvPr>
        </p:nvGraphicFramePr>
        <p:xfrm>
          <a:off x="609600" y="1952625"/>
          <a:ext cx="10972800" cy="3562350"/>
        </p:xfrm>
        <a:graphic>
          <a:graphicData uri="http://schemas.openxmlformats.org/drawingml/2006/table">
            <a:tbl>
              <a:tblPr/>
              <a:tblGrid>
                <a:gridCol w="3048000"/>
                <a:gridCol w="7924800"/>
              </a:tblGrid>
              <a:tr h="593725">
                <a:tc>
                  <a:txBody>
                    <a:bodyPr/>
                    <a:lstStyle/>
                    <a:p>
                      <a:r>
                        <a:rPr sz="1725" b="1" dirty="0">
                          <a:solidFill>
                            <a:srgbClr val="FFFFFF"/>
                          </a:solidFill>
                          <a:latin typeface="DejaVu Sans"/>
                          <a:ea typeface="DejaVu Sans"/>
                          <a:cs typeface="DejaVu Sans"/>
                        </a:rPr>
                        <a:t>Decision</a:t>
                      </a:r>
                    </a:p>
                  </a:txBody>
                  <a:tcPr anchor="ctr">
                    <a:solidFill>
                      <a:srgbClr val="102F43"/>
                    </a:solidFill>
                  </a:tcPr>
                </a:tc>
                <a:tc>
                  <a:txBody>
                    <a:bodyPr/>
                    <a:lstStyle/>
                    <a:p>
                      <a:r>
                        <a:rPr sz="1725" b="1">
                          <a:solidFill>
                            <a:srgbClr val="FFFFFF"/>
                          </a:solidFill>
                          <a:latin typeface="DejaVu Sans"/>
                          <a:ea typeface="DejaVu Sans"/>
                          <a:cs typeface="DejaVu Sans"/>
                        </a:rPr>
                        <a:t>Discussion prompt</a:t>
                      </a:r>
                    </a:p>
                  </a:txBody>
                  <a:tcPr anchor="ctr">
                    <a:solidFill>
                      <a:srgbClr val="102F43"/>
                    </a:solidFill>
                  </a:tcPr>
                </a:tc>
              </a:tr>
              <a:tr h="593725">
                <a:tc>
                  <a:txBody>
                    <a:bodyPr/>
                    <a:lstStyle/>
                    <a:p>
                      <a:r>
                        <a:rPr sz="1725" b="0">
                          <a:solidFill>
                            <a:srgbClr val="183A4C"/>
                          </a:solidFill>
                          <a:latin typeface="DejaVu Sans"/>
                          <a:ea typeface="DejaVu Sans"/>
                          <a:cs typeface="DejaVu Sans"/>
                        </a:rPr>
                        <a:t>Primary product</a:t>
                      </a:r>
                    </a:p>
                  </a:txBody>
                  <a:tcPr anchor="ctr">
                    <a:solidFill>
                      <a:srgbClr val="E8F0F2"/>
                    </a:solidFill>
                  </a:tcPr>
                </a:tc>
                <a:tc>
                  <a:txBody>
                    <a:bodyPr/>
                    <a:lstStyle/>
                    <a:p>
                      <a:r>
                        <a:rPr sz="1725" b="0">
                          <a:solidFill>
                            <a:srgbClr val="183A4C"/>
                          </a:solidFill>
                          <a:latin typeface="DejaVu Sans"/>
                          <a:ea typeface="DejaVu Sans"/>
                          <a:cs typeface="DejaVu Sans"/>
                        </a:rPr>
                        <a:t>CSV + embed, a page of all stations, or both?</a:t>
                      </a:r>
                    </a:p>
                  </a:txBody>
                  <a:tcPr anchor="ctr">
                    <a:solidFill>
                      <a:srgbClr val="E8F0F2"/>
                    </a:solidFill>
                  </a:tcPr>
                </a:tc>
              </a:tr>
              <a:tr h="593725">
                <a:tc>
                  <a:txBody>
                    <a:bodyPr/>
                    <a:lstStyle/>
                    <a:p>
                      <a:r>
                        <a:rPr sz="1725" b="0">
                          <a:solidFill>
                            <a:srgbClr val="183A4C"/>
                          </a:solidFill>
                          <a:latin typeface="DejaVu Sans"/>
                          <a:ea typeface="DejaVu Sans"/>
                          <a:cs typeface="DejaVu Sans"/>
                        </a:rPr>
                        <a:t>Primary geography</a:t>
                      </a:r>
                    </a:p>
                  </a:txBody>
                  <a:tcPr anchor="ctr">
                    <a:solidFill>
                      <a:srgbClr val="F7F9FA"/>
                    </a:solidFill>
                  </a:tcPr>
                </a:tc>
                <a:tc>
                  <a:txBody>
                    <a:bodyPr/>
                    <a:lstStyle/>
                    <a:p>
                      <a:r>
                        <a:rPr sz="1725" b="0">
                          <a:solidFill>
                            <a:srgbClr val="183A4C"/>
                          </a:solidFill>
                          <a:latin typeface="DejaVu Sans"/>
                          <a:ea typeface="DejaVu Sans"/>
                          <a:cs typeface="DejaVu Sans"/>
                        </a:rPr>
                        <a:t>Regional context, named sites, or the ONMS footprint?</a:t>
                      </a:r>
                    </a:p>
                  </a:txBody>
                  <a:tcPr anchor="ctr">
                    <a:solidFill>
                      <a:srgbClr val="F7F9FA"/>
                    </a:solidFill>
                  </a:tcPr>
                </a:tc>
              </a:tr>
              <a:tr h="593725">
                <a:tc>
                  <a:txBody>
                    <a:bodyPr/>
                    <a:lstStyle/>
                    <a:p>
                      <a:r>
                        <a:rPr sz="1725" b="0">
                          <a:solidFill>
                            <a:srgbClr val="183A4C"/>
                          </a:solidFill>
                          <a:latin typeface="DejaVu Sans"/>
                          <a:ea typeface="DejaVu Sans"/>
                          <a:cs typeface="DejaVu Sans"/>
                        </a:rPr>
                        <a:t>Averaging and gaps</a:t>
                      </a:r>
                    </a:p>
                  </a:txBody>
                  <a:tcPr anchor="ctr">
                    <a:solidFill>
                      <a:srgbClr val="E8F0F2"/>
                    </a:solidFill>
                  </a:tcPr>
                </a:tc>
                <a:tc>
                  <a:txBody>
                    <a:bodyPr/>
                    <a:lstStyle/>
                    <a:p>
                      <a:r>
                        <a:rPr sz="1725" b="0" dirty="0">
                          <a:solidFill>
                            <a:srgbClr val="183A4C"/>
                          </a:solidFill>
                          <a:latin typeface="DejaVu Sans"/>
                          <a:ea typeface="DejaVu Sans"/>
                          <a:cs typeface="DejaVu Sans"/>
                        </a:rPr>
                        <a:t>Which members, </a:t>
                      </a:r>
                      <a:r>
                        <a:rPr lang="en-US" sz="1725" b="0" dirty="0" smtClean="0">
                          <a:solidFill>
                            <a:srgbClr val="183A4C"/>
                          </a:solidFill>
                          <a:latin typeface="DejaVu Sans"/>
                          <a:ea typeface="DejaVu Sans"/>
                          <a:cs typeface="DejaVu Sans"/>
                        </a:rPr>
                        <a:t>averaging approach</a:t>
                      </a:r>
                      <a:r>
                        <a:rPr sz="1725" b="0" dirty="0" smtClean="0">
                          <a:solidFill>
                            <a:srgbClr val="183A4C"/>
                          </a:solidFill>
                          <a:latin typeface="DejaVu Sans"/>
                          <a:ea typeface="DejaVu Sans"/>
                          <a:cs typeface="DejaVu Sans"/>
                        </a:rPr>
                        <a:t>?</a:t>
                      </a:r>
                      <a:endParaRPr sz="1725" b="0" dirty="0">
                        <a:solidFill>
                          <a:srgbClr val="183A4C"/>
                        </a:solidFill>
                        <a:latin typeface="DejaVu Sans"/>
                        <a:ea typeface="DejaVu Sans"/>
                        <a:cs typeface="DejaVu Sans"/>
                      </a:endParaRPr>
                    </a:p>
                  </a:txBody>
                  <a:tcPr anchor="ctr">
                    <a:solidFill>
                      <a:srgbClr val="E8F0F2"/>
                    </a:solidFill>
                  </a:tcPr>
                </a:tc>
              </a:tr>
              <a:tr h="593725">
                <a:tc>
                  <a:txBody>
                    <a:bodyPr/>
                    <a:lstStyle/>
                    <a:p>
                      <a:r>
                        <a:rPr sz="1725" b="0">
                          <a:solidFill>
                            <a:srgbClr val="183A4C"/>
                          </a:solidFill>
                          <a:latin typeface="DejaVu Sans"/>
                          <a:ea typeface="DejaVu Sans"/>
                          <a:cs typeface="DejaVu Sans"/>
                        </a:rPr>
                        <a:t>Metrics and history</a:t>
                      </a:r>
                    </a:p>
                  </a:txBody>
                  <a:tcPr anchor="ctr">
                    <a:solidFill>
                      <a:srgbClr val="F7F9FA"/>
                    </a:solidFill>
                  </a:tcPr>
                </a:tc>
                <a:tc>
                  <a:txBody>
                    <a:bodyPr/>
                    <a:lstStyle/>
                    <a:p>
                      <a:r>
                        <a:rPr sz="1725" b="0" dirty="0">
                          <a:solidFill>
                            <a:srgbClr val="183A4C"/>
                          </a:solidFill>
                          <a:latin typeface="DejaVu Sans"/>
                          <a:ea typeface="DejaVu Sans"/>
                          <a:cs typeface="DejaVu Sans"/>
                        </a:rPr>
                        <a:t>SST only, anomaly, and/or heat stress? Which baseline?</a:t>
                      </a:r>
                    </a:p>
                  </a:txBody>
                  <a:tcPr anchor="ctr">
                    <a:solidFill>
                      <a:srgbClr val="F7F9FA"/>
                    </a:solidFill>
                  </a:tcPr>
                </a:tc>
              </a:tr>
              <a:tr h="593725">
                <a:tc>
                  <a:txBody>
                    <a:bodyPr/>
                    <a:lstStyle/>
                    <a:p>
                      <a:r>
                        <a:rPr lang="en-US" sz="1725" b="0" dirty="0" smtClean="0">
                          <a:solidFill>
                            <a:srgbClr val="183A4C"/>
                          </a:solidFill>
                          <a:latin typeface="DejaVu Sans"/>
                          <a:ea typeface="DejaVu Sans"/>
                          <a:cs typeface="DejaVu Sans"/>
                        </a:rPr>
                        <a:t>Maintenance </a:t>
                      </a:r>
                      <a:endParaRPr sz="1725" b="0" dirty="0">
                        <a:solidFill>
                          <a:srgbClr val="183A4C"/>
                        </a:solidFill>
                        <a:latin typeface="DejaVu Sans"/>
                        <a:ea typeface="DejaVu Sans"/>
                        <a:cs typeface="DejaVu Sans"/>
                      </a:endParaRPr>
                    </a:p>
                  </a:txBody>
                  <a:tcPr anchor="ctr">
                    <a:solidFill>
                      <a:srgbClr val="E8F0F2"/>
                    </a:solidFill>
                  </a:tcPr>
                </a:tc>
                <a:tc>
                  <a:txBody>
                    <a:bodyPr/>
                    <a:lstStyle/>
                    <a:p>
                      <a:r>
                        <a:rPr sz="1725" b="0" dirty="0">
                          <a:solidFill>
                            <a:srgbClr val="183A4C"/>
                          </a:solidFill>
                          <a:latin typeface="DejaVu Sans"/>
                          <a:ea typeface="DejaVu Sans"/>
                          <a:cs typeface="DejaVu Sans"/>
                        </a:rPr>
                        <a:t>Who owns review, hosting and failed monthly updates?</a:t>
                      </a:r>
                    </a:p>
                  </a:txBody>
                  <a:tcPr anchor="ctr">
                    <a:solidFill>
                      <a:srgbClr val="E8F0F2"/>
                    </a:solidFill>
                  </a:tcPr>
                </a:tc>
              </a:tr>
            </a:tbl>
          </a:graphicData>
        </a:graphic>
      </p:graphicFrame>
      <p:sp>
        <p:nvSpPr>
          <p:cNvPr id="6" name="Rectangle 5">
            <a:extLst>
              <a:ext uri="{FF2B5EF4-FFF2-40B4-BE49-F238E27FC236}">
                <a16:creationId xmlns="" xmlns:a16="http://schemas.microsoft.com/office/drawing/2014/main" id="{7D7CF418-7CF0-40B2-8F69-48412E0A58F7}"/>
              </a:ext>
            </a:extLst>
          </p:cNvPr>
          <p:cNvSpPr>
            <a:spLocks noGrp="1"/>
          </p:cNvSpPr>
          <p:nvPr/>
        </p:nvSpPr>
        <p:spPr>
          <a:xfrm>
            <a:off x="609600" y="5810250"/>
            <a:ext cx="10972800" cy="619125"/>
          </a:xfrm>
          <a:prstGeom prst="rect">
            <a:avLst/>
          </a:prstGeom>
          <a:noFill/>
          <a:ln w="0">
            <a:noFill/>
          </a:ln>
        </p:spPr>
        <p:txBody>
          <a:bodyPr wrap="square" lIns="0" tIns="0" rIns="0" bIns="0" anchor="t">
            <a:noAutofit/>
          </a:bodyPr>
          <a:lstStyle>
            <a:defPPr>
              <a:defRPr sz="2025" b="1">
                <a:solidFill>
                  <a:srgbClr val="007F86"/>
                </a:solidFill>
                <a:latin typeface="DejaVu Sans"/>
                <a:ea typeface="DejaVu Sans"/>
                <a:cs typeface="DejaVu Sans"/>
              </a:defRPr>
            </a:defPPr>
          </a:lstStyle>
          <a:p>
            <a:pPr>
              <a:defRPr sz="2025" b="1">
                <a:solidFill>
                  <a:srgbClr val="007F86"/>
                </a:solidFill>
                <a:latin typeface="DejaVu Sans"/>
                <a:ea typeface="DejaVu Sans"/>
                <a:cs typeface="DejaVu Sans"/>
              </a:defRPr>
            </a:pPr>
            <a:r>
              <a:rPr sz="2025" b="1" dirty="0">
                <a:solidFill>
                  <a:srgbClr val="007F86"/>
                </a:solidFill>
                <a:latin typeface="DejaVu Sans"/>
                <a:ea typeface="DejaVu Sans"/>
                <a:cs typeface="DejaVu Sans"/>
              </a:rPr>
              <a:t>Proposed next step: compare all three approaches for one sanctuary over the same months.</a:t>
            </a:r>
          </a:p>
        </p:txBody>
      </p:sp>
    </p:spTree>
    <p:extLst>
      <p:ext uri="{BB962C8B-B14F-4D97-AF65-F5344CB8AC3E}">
        <p14:creationId xmlns:p14="http://schemas.microsoft.com/office/powerpoint/2010/main" val="1329993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866B347A-C73E-4797-B2C6-2B0F23C3E854}"/>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SANCTUARY WATCH / DESIGN DISCUSSION</a:t>
            </a:r>
          </a:p>
        </p:txBody>
      </p:sp>
      <p:sp>
        <p:nvSpPr>
          <p:cNvPr id="2" name="Rectangle 1">
            <a:extLst>
              <a:ext uri="{FF2B5EF4-FFF2-40B4-BE49-F238E27FC236}">
                <a16:creationId xmlns="" xmlns:a16="http://schemas.microsoft.com/office/drawing/2014/main" id="{9FBA2F84-C28F-4069-8DCE-479ADB5720C7}"/>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NOAA sources and example provenance</a:t>
            </a:r>
          </a:p>
        </p:txBody>
      </p:sp>
      <p:sp>
        <p:nvSpPr>
          <p:cNvPr id="3" name="Rectangle 2">
            <a:extLst>
              <a:ext uri="{FF2B5EF4-FFF2-40B4-BE49-F238E27FC236}">
                <a16:creationId xmlns="" xmlns:a16="http://schemas.microsoft.com/office/drawing/2014/main" id="{B1E4F137-20CE-45E2-B225-3A2126DC9F82}"/>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7B52A05B-C5C9-49FE-BC9F-7A4B3563CCE3}"/>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12</a:t>
            </a:r>
          </a:p>
        </p:txBody>
      </p:sp>
      <p:sp>
        <p:nvSpPr>
          <p:cNvPr id="5" name="Rectangle 4">
            <a:extLst>
              <a:ext uri="{FF2B5EF4-FFF2-40B4-BE49-F238E27FC236}">
                <a16:creationId xmlns="" xmlns:a16="http://schemas.microsoft.com/office/drawing/2014/main" id="{382A63A3-E313-43C4-BB07-F6AA2A700069}"/>
              </a:ext>
            </a:extLst>
          </p:cNvPr>
          <p:cNvSpPr>
            <a:spLocks noGrp="1"/>
          </p:cNvSpPr>
          <p:nvPr/>
        </p:nvSpPr>
        <p:spPr>
          <a:xfrm>
            <a:off x="609600" y="19907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3"/>
              </a:rPr>
              <a:t>Regional station catalog</a:t>
            </a:r>
          </a:p>
        </p:txBody>
      </p:sp>
      <p:sp>
        <p:nvSpPr>
          <p:cNvPr id="6" name="Rectangle 5">
            <a:extLst>
              <a:ext uri="{FF2B5EF4-FFF2-40B4-BE49-F238E27FC236}">
                <a16:creationId xmlns="" xmlns:a16="http://schemas.microsoft.com/office/drawing/2014/main" id="{9F7E05DF-F274-44F4-8789-704D8F4A803F}"/>
              </a:ext>
            </a:extLst>
          </p:cNvPr>
          <p:cNvSpPr>
            <a:spLocks noGrp="1"/>
          </p:cNvSpPr>
          <p:nvPr/>
        </p:nvSpPr>
        <p:spPr>
          <a:xfrm>
            <a:off x="609600" y="23145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coralreefwatch.noaa.gov/product/vs/data.php</a:t>
            </a:r>
          </a:p>
        </p:txBody>
      </p:sp>
      <p:sp>
        <p:nvSpPr>
          <p:cNvPr id="7" name="Rectangle 6">
            <a:extLst>
              <a:ext uri="{FF2B5EF4-FFF2-40B4-BE49-F238E27FC236}">
                <a16:creationId xmlns="" xmlns:a16="http://schemas.microsoft.com/office/drawing/2014/main" id="{EE78B7F7-A839-4A33-88C3-ABCB25A634FD}"/>
              </a:ext>
            </a:extLst>
          </p:cNvPr>
          <p:cNvSpPr>
            <a:spLocks noGrp="1"/>
          </p:cNvSpPr>
          <p:nvPr/>
        </p:nvSpPr>
        <p:spPr>
          <a:xfrm>
            <a:off x="609600" y="29432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4"/>
              </a:rPr>
              <a:t>Regional calculation and data fields</a:t>
            </a:r>
          </a:p>
        </p:txBody>
      </p:sp>
      <p:sp>
        <p:nvSpPr>
          <p:cNvPr id="8" name="Rectangle 7">
            <a:extLst>
              <a:ext uri="{FF2B5EF4-FFF2-40B4-BE49-F238E27FC236}">
                <a16:creationId xmlns="" xmlns:a16="http://schemas.microsoft.com/office/drawing/2014/main" id="{35828C2B-7D68-44F9-8B0C-205C5DAFE847}"/>
              </a:ext>
            </a:extLst>
          </p:cNvPr>
          <p:cNvSpPr>
            <a:spLocks noGrp="1"/>
          </p:cNvSpPr>
          <p:nvPr/>
        </p:nvSpPr>
        <p:spPr>
          <a:xfrm>
            <a:off x="609600" y="32670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coralreefwatch.noaa.gov/product/vs/description.php</a:t>
            </a:r>
          </a:p>
        </p:txBody>
      </p:sp>
      <p:sp>
        <p:nvSpPr>
          <p:cNvPr id="9" name="Rectangle 8">
            <a:extLst>
              <a:ext uri="{FF2B5EF4-FFF2-40B4-BE49-F238E27FC236}">
                <a16:creationId xmlns="" xmlns:a16="http://schemas.microsoft.com/office/drawing/2014/main" id="{3BD52800-CF66-4A45-9AC9-9DC0ADF9FE3B}"/>
              </a:ext>
            </a:extLst>
          </p:cNvPr>
          <p:cNvSpPr>
            <a:spLocks noGrp="1"/>
          </p:cNvSpPr>
          <p:nvPr/>
        </p:nvSpPr>
        <p:spPr>
          <a:xfrm>
            <a:off x="609600" y="38957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5"/>
              </a:rPr>
              <a:t>Flower Garden Banks regional data</a:t>
            </a:r>
          </a:p>
        </p:txBody>
      </p:sp>
      <p:sp>
        <p:nvSpPr>
          <p:cNvPr id="10" name="Rectangle 9">
            <a:extLst>
              <a:ext uri="{FF2B5EF4-FFF2-40B4-BE49-F238E27FC236}">
                <a16:creationId xmlns="" xmlns:a16="http://schemas.microsoft.com/office/drawing/2014/main" id="{985B5DB4-6C3B-4728-BAAC-C873B3558BDB}"/>
              </a:ext>
            </a:extLst>
          </p:cNvPr>
          <p:cNvSpPr>
            <a:spLocks noGrp="1"/>
          </p:cNvSpPr>
          <p:nvPr/>
        </p:nvSpPr>
        <p:spPr>
          <a:xfrm>
            <a:off x="609600" y="42195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coralreefwatch.noaa.gov/product/vs/data/flower_garden.txt</a:t>
            </a:r>
          </a:p>
        </p:txBody>
      </p:sp>
      <p:sp>
        <p:nvSpPr>
          <p:cNvPr id="11" name="Rectangle 10">
            <a:extLst>
              <a:ext uri="{FF2B5EF4-FFF2-40B4-BE49-F238E27FC236}">
                <a16:creationId xmlns="" xmlns:a16="http://schemas.microsoft.com/office/drawing/2014/main" id="{7C2C0DAD-E3CD-498B-8898-B58DFA272115}"/>
              </a:ext>
            </a:extLst>
          </p:cNvPr>
          <p:cNvSpPr>
            <a:spLocks noGrp="1"/>
          </p:cNvSpPr>
          <p:nvPr/>
        </p:nvSpPr>
        <p:spPr>
          <a:xfrm>
            <a:off x="609600" y="48482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6"/>
              </a:rPr>
              <a:t>Flower Garden Banks named pixels</a:t>
            </a:r>
          </a:p>
        </p:txBody>
      </p:sp>
      <p:sp>
        <p:nvSpPr>
          <p:cNvPr id="12" name="Rectangle 11">
            <a:extLst>
              <a:ext uri="{FF2B5EF4-FFF2-40B4-BE49-F238E27FC236}">
                <a16:creationId xmlns="" xmlns:a16="http://schemas.microsoft.com/office/drawing/2014/main" id="{E19E41F4-D67D-40D2-B65B-0F7E8AE8F5F8}"/>
              </a:ext>
            </a:extLst>
          </p:cNvPr>
          <p:cNvSpPr>
            <a:spLocks noGrp="1"/>
          </p:cNvSpPr>
          <p:nvPr/>
        </p:nvSpPr>
        <p:spPr>
          <a:xfrm>
            <a:off x="609600" y="51720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coralreefwatch.noaa.gov/product/vs_single_pixel_dev/fgb.php</a:t>
            </a:r>
          </a:p>
        </p:txBody>
      </p:sp>
      <p:sp>
        <p:nvSpPr>
          <p:cNvPr id="13" name="Rectangle 12">
            <a:extLst>
              <a:ext uri="{FF2B5EF4-FFF2-40B4-BE49-F238E27FC236}">
                <a16:creationId xmlns="" xmlns:a16="http://schemas.microsoft.com/office/drawing/2014/main" id="{F950F9DF-F5B8-4C23-8AB7-D9B0F7697A05}"/>
              </a:ext>
            </a:extLst>
          </p:cNvPr>
          <p:cNvSpPr>
            <a:spLocks noGrp="1"/>
          </p:cNvSpPr>
          <p:nvPr/>
        </p:nvSpPr>
        <p:spPr>
          <a:xfrm>
            <a:off x="6419850" y="19907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7"/>
              </a:rPr>
              <a:t>U.S. Virgin Islands named pixels</a:t>
            </a:r>
          </a:p>
        </p:txBody>
      </p:sp>
      <p:sp>
        <p:nvSpPr>
          <p:cNvPr id="14" name="Rectangle 13">
            <a:extLst>
              <a:ext uri="{FF2B5EF4-FFF2-40B4-BE49-F238E27FC236}">
                <a16:creationId xmlns="" xmlns:a16="http://schemas.microsoft.com/office/drawing/2014/main" id="{88DE9E7D-4EFD-4BEB-8DA6-E032576B55D5}"/>
              </a:ext>
            </a:extLst>
          </p:cNvPr>
          <p:cNvSpPr>
            <a:spLocks noGrp="1"/>
          </p:cNvSpPr>
          <p:nvPr/>
        </p:nvSpPr>
        <p:spPr>
          <a:xfrm>
            <a:off x="6419850" y="23145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coralreefwatch.noaa.gov/product/vs_single_pixel_exp/usvi.php</a:t>
            </a:r>
          </a:p>
        </p:txBody>
      </p:sp>
      <p:sp>
        <p:nvSpPr>
          <p:cNvPr id="15" name="Rectangle 14">
            <a:extLst>
              <a:ext uri="{FF2B5EF4-FFF2-40B4-BE49-F238E27FC236}">
                <a16:creationId xmlns="" xmlns:a16="http://schemas.microsoft.com/office/drawing/2014/main" id="{28453961-B02D-4C37-AB90-E95F813B6052}"/>
              </a:ext>
            </a:extLst>
          </p:cNvPr>
          <p:cNvSpPr>
            <a:spLocks noGrp="1"/>
          </p:cNvSpPr>
          <p:nvPr/>
        </p:nvSpPr>
        <p:spPr>
          <a:xfrm>
            <a:off x="6419850" y="29432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8"/>
              </a:rPr>
              <a:t>CoralTemp monthly rasters</a:t>
            </a:r>
          </a:p>
        </p:txBody>
      </p:sp>
      <p:sp>
        <p:nvSpPr>
          <p:cNvPr id="16" name="Rectangle 15">
            <a:extLst>
              <a:ext uri="{FF2B5EF4-FFF2-40B4-BE49-F238E27FC236}">
                <a16:creationId xmlns="" xmlns:a16="http://schemas.microsoft.com/office/drawing/2014/main" id="{DB5085CA-5616-4B2C-8FB6-024900CF1D66}"/>
              </a:ext>
            </a:extLst>
          </p:cNvPr>
          <p:cNvSpPr>
            <a:spLocks noGrp="1"/>
          </p:cNvSpPr>
          <p:nvPr/>
        </p:nvSpPr>
        <p:spPr>
          <a:xfrm>
            <a:off x="6419850" y="32670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oceanwatch.pifsc.noaa.gov/erddap/griddap/CRW_sst_v3_1_monthly.html</a:t>
            </a:r>
          </a:p>
        </p:txBody>
      </p:sp>
      <p:sp>
        <p:nvSpPr>
          <p:cNvPr id="17" name="Rectangle 16">
            <a:extLst>
              <a:ext uri="{FF2B5EF4-FFF2-40B4-BE49-F238E27FC236}">
                <a16:creationId xmlns="" xmlns:a16="http://schemas.microsoft.com/office/drawing/2014/main" id="{4057C051-9D7C-44DF-AFA4-080F118DEA0B}"/>
              </a:ext>
            </a:extLst>
          </p:cNvPr>
          <p:cNvSpPr>
            <a:spLocks noGrp="1"/>
          </p:cNvSpPr>
          <p:nvPr/>
        </p:nvSpPr>
        <p:spPr>
          <a:xfrm>
            <a:off x="6419850" y="38957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a:solidFill>
                  <a:srgbClr val="007F86"/>
                </a:solidFill>
                <a:latin typeface="DejaVu Sans"/>
                <a:ea typeface="DejaVu Sans"/>
                <a:cs typeface="DejaVu Sans"/>
                <a:hlinkClick r:id="rId9"/>
              </a:rPr>
              <a:t>ONMS boundary metadata</a:t>
            </a:r>
          </a:p>
        </p:txBody>
      </p:sp>
      <p:sp>
        <p:nvSpPr>
          <p:cNvPr id="18" name="Rectangle 17">
            <a:extLst>
              <a:ext uri="{FF2B5EF4-FFF2-40B4-BE49-F238E27FC236}">
                <a16:creationId xmlns="" xmlns:a16="http://schemas.microsoft.com/office/drawing/2014/main" id="{2E12DA54-3DEE-416B-A746-B9A0AEFA21EF}"/>
              </a:ext>
            </a:extLst>
          </p:cNvPr>
          <p:cNvSpPr>
            <a:spLocks noGrp="1"/>
          </p:cNvSpPr>
          <p:nvPr/>
        </p:nvSpPr>
        <p:spPr>
          <a:xfrm>
            <a:off x="6419850" y="42195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www.fisheries.noaa.gov/inport/item/37245</a:t>
            </a:r>
          </a:p>
        </p:txBody>
      </p:sp>
      <p:sp>
        <p:nvSpPr>
          <p:cNvPr id="19" name="Rectangle 18">
            <a:extLst>
              <a:ext uri="{FF2B5EF4-FFF2-40B4-BE49-F238E27FC236}">
                <a16:creationId xmlns="" xmlns:a16="http://schemas.microsoft.com/office/drawing/2014/main" id="{2BFF6F28-7EB6-4864-9710-A4BFD1024327}"/>
              </a:ext>
            </a:extLst>
          </p:cNvPr>
          <p:cNvSpPr>
            <a:spLocks noGrp="1"/>
          </p:cNvSpPr>
          <p:nvPr/>
        </p:nvSpPr>
        <p:spPr>
          <a:xfrm>
            <a:off x="6419850" y="4848225"/>
            <a:ext cx="5143500" cy="304800"/>
          </a:xfrm>
          <a:prstGeom prst="rect">
            <a:avLst/>
          </a:prstGeom>
          <a:noFill/>
          <a:ln w="0">
            <a:noFill/>
          </a:ln>
        </p:spPr>
        <p:txBody>
          <a:bodyPr wrap="square" lIns="0" tIns="0" rIns="0" bIns="0" anchor="t">
            <a:noAutofit/>
          </a:bodyPr>
          <a:lstStyle>
            <a:defPPr>
              <a:defRPr sz="1800" b="0">
                <a:solidFill>
                  <a:srgbClr val="007F86"/>
                </a:solidFill>
                <a:latin typeface="DejaVu Sans"/>
                <a:ea typeface="DejaVu Sans"/>
                <a:cs typeface="DejaVu Sans"/>
              </a:defRPr>
            </a:defPPr>
          </a:lstStyle>
          <a:p>
            <a:pPr>
              <a:defRPr sz="1800" b="0">
                <a:solidFill>
                  <a:srgbClr val="007F86"/>
                </a:solidFill>
                <a:latin typeface="DejaVu Sans"/>
                <a:ea typeface="DejaVu Sans"/>
                <a:cs typeface="DejaVu Sans"/>
              </a:defRPr>
            </a:pPr>
            <a:r>
              <a:rPr sz="1800" b="0" u="sng" dirty="0">
                <a:solidFill>
                  <a:srgbClr val="007F86"/>
                </a:solidFill>
                <a:latin typeface="DejaVu Sans"/>
                <a:ea typeface="DejaVu Sans"/>
                <a:cs typeface="DejaVu Sans"/>
                <a:hlinkClick r:id="rId10"/>
              </a:rPr>
              <a:t>SST and bleaching heat-stress methods</a:t>
            </a:r>
          </a:p>
        </p:txBody>
      </p:sp>
      <p:sp>
        <p:nvSpPr>
          <p:cNvPr id="20" name="Rectangle 19">
            <a:extLst>
              <a:ext uri="{FF2B5EF4-FFF2-40B4-BE49-F238E27FC236}">
                <a16:creationId xmlns="" xmlns:a16="http://schemas.microsoft.com/office/drawing/2014/main" id="{4A33BCB1-443C-44C2-8C9A-54E823E1673C}"/>
              </a:ext>
            </a:extLst>
          </p:cNvPr>
          <p:cNvSpPr>
            <a:spLocks noGrp="1"/>
          </p:cNvSpPr>
          <p:nvPr/>
        </p:nvSpPr>
        <p:spPr>
          <a:xfrm>
            <a:off x="6419850" y="5172075"/>
            <a:ext cx="5048250" cy="447675"/>
          </a:xfrm>
          <a:prstGeom prst="rect">
            <a:avLst/>
          </a:prstGeom>
          <a:noFill/>
          <a:ln w="0">
            <a:noFill/>
          </a:ln>
        </p:spPr>
        <p:txBody>
          <a:bodyPr wrap="square" lIns="0" tIns="0" rIns="0" bIns="0" anchor="t">
            <a:noAutofit/>
          </a:bodyPr>
          <a:lstStyle>
            <a:defPPr>
              <a:defRPr sz="1125" b="0">
                <a:solidFill>
                  <a:srgbClr val="526C78"/>
                </a:solidFill>
                <a:latin typeface="DejaVu Sans"/>
                <a:ea typeface="DejaVu Sans"/>
                <a:cs typeface="DejaVu Sans"/>
              </a:defRPr>
            </a:defPPr>
          </a:lstStyle>
          <a:p>
            <a:pPr>
              <a:defRPr sz="1125" b="0">
                <a:solidFill>
                  <a:srgbClr val="526C78"/>
                </a:solidFill>
                <a:latin typeface="DejaVu Sans"/>
                <a:ea typeface="DejaVu Sans"/>
                <a:cs typeface="DejaVu Sans"/>
              </a:defRPr>
            </a:pPr>
            <a:r>
              <a:rPr sz="1125" b="0">
                <a:solidFill>
                  <a:srgbClr val="526C78"/>
                </a:solidFill>
                <a:latin typeface="DejaVu Sans"/>
                <a:ea typeface="DejaVu Sans"/>
                <a:cs typeface="DejaVu Sans"/>
              </a:rPr>
              <a:t>coralreefwatch.noaa.gov/product/5km/methodology.php</a:t>
            </a:r>
          </a:p>
        </p:txBody>
      </p:sp>
      <p:sp>
        <p:nvSpPr>
          <p:cNvPr id="21" name="Rectangle 20">
            <a:extLst>
              <a:ext uri="{FF2B5EF4-FFF2-40B4-BE49-F238E27FC236}">
                <a16:creationId xmlns="" xmlns:a16="http://schemas.microsoft.com/office/drawing/2014/main" id="{9755D64A-238A-4E4A-B38D-7AF41ECC2582}"/>
              </a:ext>
            </a:extLst>
          </p:cNvPr>
          <p:cNvSpPr>
            <a:spLocks noGrp="1"/>
          </p:cNvSpPr>
          <p:nvPr/>
        </p:nvSpPr>
        <p:spPr>
          <a:xfrm>
            <a:off x="609600" y="6038850"/>
            <a:ext cx="10972800" cy="428625"/>
          </a:xfrm>
          <a:prstGeom prst="rect">
            <a:avLst/>
          </a:prstGeom>
          <a:noFill/>
          <a:ln w="0">
            <a:noFill/>
          </a:ln>
        </p:spPr>
        <p:txBody>
          <a:bodyPr wrap="square" lIns="0" tIns="0" rIns="0" bIns="0" anchor="t">
            <a:noAutofit/>
          </a:bodyPr>
          <a:lstStyle>
            <a:defPPr>
              <a:defRPr sz="1650" b="0">
                <a:solidFill>
                  <a:srgbClr val="183A4C"/>
                </a:solidFill>
                <a:latin typeface="DejaVu Sans"/>
                <a:ea typeface="DejaVu Sans"/>
                <a:cs typeface="DejaVu Sans"/>
              </a:defRPr>
            </a:defPPr>
          </a:lstStyle>
          <a:p>
            <a:pPr>
              <a:defRPr sz="1650" b="0">
                <a:solidFill>
                  <a:srgbClr val="183A4C"/>
                </a:solidFill>
                <a:latin typeface="DejaVu Sans"/>
                <a:ea typeface="DejaVu Sans"/>
                <a:cs typeface="DejaVu Sans"/>
              </a:defRPr>
            </a:pPr>
            <a:r>
              <a:rPr sz="1650" b="0">
                <a:solidFill>
                  <a:srgbClr val="183A4C"/>
                </a:solidFill>
                <a:latin typeface="DejaVu Sans"/>
                <a:ea typeface="DejaVu Sans"/>
                <a:cs typeface="DejaVu Sans"/>
              </a:rPr>
              <a:t>Figures use NOAA data and pilot outputs. Detailed processing notes accompany each slide.</a:t>
            </a:r>
          </a:p>
        </p:txBody>
      </p:sp>
    </p:spTree>
    <p:extLst>
      <p:ext uri="{BB962C8B-B14F-4D97-AF65-F5344CB8AC3E}">
        <p14:creationId xmlns:p14="http://schemas.microsoft.com/office/powerpoint/2010/main" val="479867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1805DCA5-D770-490D-A637-B08C2715C432}"/>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APPENDIX / ORIGINAL NOAA FIGURES</a:t>
            </a:r>
          </a:p>
        </p:txBody>
      </p:sp>
      <p:sp>
        <p:nvSpPr>
          <p:cNvPr id="2" name="Rectangle 1">
            <a:extLst>
              <a:ext uri="{FF2B5EF4-FFF2-40B4-BE49-F238E27FC236}">
                <a16:creationId xmlns="" xmlns:a16="http://schemas.microsoft.com/office/drawing/2014/main" id="{BCC78406-1376-411F-BB18-B9B9AFEC8FA4}"/>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NOAA example: regional daily series</a:t>
            </a:r>
          </a:p>
        </p:txBody>
      </p:sp>
      <p:sp>
        <p:nvSpPr>
          <p:cNvPr id="3" name="Rectangle 2">
            <a:extLst>
              <a:ext uri="{FF2B5EF4-FFF2-40B4-BE49-F238E27FC236}">
                <a16:creationId xmlns="" xmlns:a16="http://schemas.microsoft.com/office/drawing/2014/main" id="{2B813581-F3C9-4036-A615-B542BEA7E08E}"/>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CC686A85-F4E1-4EB4-A538-AEF27433EE7B}"/>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13</a:t>
            </a:r>
          </a:p>
        </p:txBody>
      </p:sp>
      <p:sp>
        <p:nvSpPr>
          <p:cNvPr id="5" name="Rectangle 4">
            <a:extLst>
              <a:ext uri="{FF2B5EF4-FFF2-40B4-BE49-F238E27FC236}">
                <a16:creationId xmlns="" xmlns:a16="http://schemas.microsoft.com/office/drawing/2014/main" id="{523F1B33-77DA-409B-AA98-FCE7B60EB8D5}"/>
              </a:ext>
            </a:extLst>
          </p:cNvPr>
          <p:cNvSpPr>
            <a:spLocks noGrp="1"/>
          </p:cNvSpPr>
          <p:nvPr/>
        </p:nvSpPr>
        <p:spPr>
          <a:xfrm>
            <a:off x="609600" y="1628775"/>
            <a:ext cx="10858500" cy="285750"/>
          </a:xfrm>
          <a:prstGeom prst="rect">
            <a:avLst/>
          </a:prstGeom>
          <a:noFill/>
          <a:ln w="0">
            <a:noFill/>
          </a:ln>
        </p:spPr>
        <p:txBody>
          <a:bodyPr wrap="square" lIns="0" tIns="0" rIns="0" bIns="0" anchor="t">
            <a:noAutofit/>
          </a:bodyPr>
          <a:lstStyle>
            <a:defPPr>
              <a:defRPr sz="1350" b="0">
                <a:solidFill>
                  <a:srgbClr val="526C78"/>
                </a:solidFill>
                <a:latin typeface="DejaVu Sans"/>
                <a:ea typeface="DejaVu Sans"/>
                <a:cs typeface="DejaVu Sans"/>
              </a:defRPr>
            </a:defPPr>
          </a:lstStyle>
          <a:p>
            <a:pPr>
              <a:defRPr sz="1350" b="0">
                <a:solidFill>
                  <a:srgbClr val="526C78"/>
                </a:solidFill>
                <a:latin typeface="DejaVu Sans"/>
                <a:ea typeface="DejaVu Sans"/>
                <a:cs typeface="DejaVu Sans"/>
              </a:defRPr>
            </a:pPr>
            <a:r>
              <a:rPr sz="1350" b="0">
                <a:solidFill>
                  <a:srgbClr val="526C78"/>
                </a:solidFill>
                <a:latin typeface="DejaVu Sans"/>
                <a:ea typeface="DejaVu Sans"/>
                <a:cs typeface="DejaVu Sans"/>
              </a:rPr>
              <a:t>NOAA original PNG, unchanged / Downloaded 9 October 2026</a:t>
            </a:r>
          </a:p>
        </p:txBody>
      </p:sp>
      <p:pic>
        <p:nvPicPr>
          <p:cNvPr id="6" name="Picture 5">
            <a:extLst>
              <a:ext uri="{FF2B5EF4-FFF2-40B4-BE49-F238E27FC236}">
                <a16:creationId xmlns="" xmlns:a16="http://schemas.microsoft.com/office/drawing/2014/main" id="{F92A4605-1F81-42E8-9AC6-D8F97C6F36EE}"/>
              </a:ext>
            </a:extLst>
          </p:cNvPr>
          <p:cNvPicPr>
            <a:picLocks noChangeAspect="1"/>
          </p:cNvPicPr>
          <p:nvPr/>
        </p:nvPicPr>
        <p:blipFill>
          <a:blip r:embed="rId3"/>
          <a:stretch/>
        </p:blipFill>
        <p:spPr>
          <a:xfrm>
            <a:off x="2019300" y="1971675"/>
            <a:ext cx="8153400" cy="4076700"/>
          </a:xfrm>
          <a:prstGeom prst="rect">
            <a:avLst/>
          </a:prstGeom>
        </p:spPr>
      </p:pic>
      <p:sp>
        <p:nvSpPr>
          <p:cNvPr id="7" name="Rectangle 6">
            <a:extLst>
              <a:ext uri="{FF2B5EF4-FFF2-40B4-BE49-F238E27FC236}">
                <a16:creationId xmlns="" xmlns:a16="http://schemas.microsoft.com/office/drawing/2014/main" id="{26D88FDE-3039-4566-9808-320C576EE9F7}"/>
              </a:ext>
            </a:extLst>
          </p:cNvPr>
          <p:cNvSpPr>
            <a:spLocks noGrp="1"/>
          </p:cNvSpPr>
          <p:nvPr/>
        </p:nvSpPr>
        <p:spPr>
          <a:xfrm>
            <a:off x="609600" y="6162675"/>
            <a:ext cx="285750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a:solidFill>
                  <a:srgbClr val="007F86"/>
                </a:solidFill>
                <a:latin typeface="DejaVu Sans"/>
                <a:ea typeface="DejaVu Sans"/>
                <a:cs typeface="DejaVu Sans"/>
                <a:hlinkClick r:id="rId4"/>
              </a:rPr>
              <a:t>NOAA source page</a:t>
            </a:r>
          </a:p>
        </p:txBody>
      </p:sp>
      <p:sp>
        <p:nvSpPr>
          <p:cNvPr id="8" name="Rectangle 7">
            <a:extLst>
              <a:ext uri="{FF2B5EF4-FFF2-40B4-BE49-F238E27FC236}">
                <a16:creationId xmlns="" xmlns:a16="http://schemas.microsoft.com/office/drawing/2014/main" id="{D74271BB-7641-4233-9D9A-A4BCEDA50995}"/>
              </a:ext>
            </a:extLst>
          </p:cNvPr>
          <p:cNvSpPr>
            <a:spLocks noGrp="1"/>
          </p:cNvSpPr>
          <p:nvPr/>
        </p:nvSpPr>
        <p:spPr>
          <a:xfrm>
            <a:off x="3819525" y="6162675"/>
            <a:ext cx="381000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a:solidFill>
                  <a:srgbClr val="007F86"/>
                </a:solidFill>
                <a:latin typeface="DejaVu Sans"/>
                <a:ea typeface="DejaVu Sans"/>
                <a:cs typeface="DejaVu Sans"/>
                <a:hlinkClick r:id="rId5"/>
              </a:rPr>
              <a:t>Original image file</a:t>
            </a:r>
          </a:p>
        </p:txBody>
      </p:sp>
    </p:spTree>
    <p:extLst>
      <p:ext uri="{BB962C8B-B14F-4D97-AF65-F5344CB8AC3E}">
        <p14:creationId xmlns:p14="http://schemas.microsoft.com/office/powerpoint/2010/main" val="80969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58D5F862-03A4-4C39-85C4-3FD917A0EA1E}"/>
              </a:ext>
            </a:extLst>
          </p:cNvPr>
          <p:cNvSpPr>
            <a:spLocks noGrp="1"/>
          </p:cNvSpPr>
          <p:nvPr/>
        </p:nvSpPr>
        <p:spPr>
          <a:xfrm>
            <a:off x="609600" y="323850"/>
            <a:ext cx="10820400" cy="247650"/>
          </a:xfrm>
          <a:prstGeom prst="rect">
            <a:avLst/>
          </a:prstGeom>
          <a:noFill/>
          <a:ln w="0">
            <a:noFill/>
          </a:ln>
        </p:spPr>
        <p:txBody>
          <a:bodyPr wrap="square" lIns="0" tIns="0" rIns="0" bIns="0" anchor="t">
            <a:noAutofit/>
          </a:bodyPr>
          <a:lstStyle>
            <a:defPPr>
              <a:defRPr sz="1125" b="1">
                <a:solidFill>
                  <a:srgbClr val="007F86"/>
                </a:solidFill>
                <a:latin typeface="DejaVu Sans"/>
                <a:ea typeface="DejaVu Sans"/>
                <a:cs typeface="DejaVu Sans"/>
              </a:defRPr>
            </a:defPPr>
          </a:lstStyle>
          <a:p>
            <a:pPr>
              <a:defRPr sz="1125" b="1">
                <a:solidFill>
                  <a:srgbClr val="007F86"/>
                </a:solidFill>
                <a:latin typeface="DejaVu Sans"/>
                <a:ea typeface="DejaVu Sans"/>
                <a:cs typeface="DejaVu Sans"/>
              </a:defRPr>
            </a:pPr>
            <a:r>
              <a:rPr sz="1125" b="1">
                <a:solidFill>
                  <a:srgbClr val="007F86"/>
                </a:solidFill>
                <a:latin typeface="DejaVu Sans"/>
                <a:ea typeface="DejaVu Sans"/>
                <a:cs typeface="DejaVu Sans"/>
              </a:rPr>
              <a:t>APPENDIX / ORIGINAL NOAA FIGURES</a:t>
            </a:r>
          </a:p>
        </p:txBody>
      </p:sp>
      <p:sp>
        <p:nvSpPr>
          <p:cNvPr id="2" name="Rectangle 1">
            <a:extLst>
              <a:ext uri="{FF2B5EF4-FFF2-40B4-BE49-F238E27FC236}">
                <a16:creationId xmlns="" xmlns:a16="http://schemas.microsoft.com/office/drawing/2014/main" id="{FF85EB35-9CF5-4ADB-9361-67490D604BE0}"/>
              </a:ext>
            </a:extLst>
          </p:cNvPr>
          <p:cNvSpPr>
            <a:spLocks noGrp="1"/>
          </p:cNvSpPr>
          <p:nvPr/>
        </p:nvSpPr>
        <p:spPr>
          <a:xfrm>
            <a:off x="609600" y="790575"/>
            <a:ext cx="10858500" cy="1028700"/>
          </a:xfrm>
          <a:prstGeom prst="rect">
            <a:avLst/>
          </a:prstGeom>
          <a:noFill/>
          <a:ln w="0">
            <a:noFill/>
          </a:ln>
        </p:spPr>
        <p:txBody>
          <a:bodyPr wrap="square" lIns="0" tIns="0" rIns="0" bIns="0" anchor="t">
            <a:noAutofit/>
          </a:bodyPr>
          <a:lstStyle>
            <a:defPPr>
              <a:defRPr sz="3225" b="1">
                <a:solidFill>
                  <a:srgbClr val="102F43"/>
                </a:solidFill>
                <a:latin typeface="DejaVu Sans"/>
                <a:ea typeface="DejaVu Sans"/>
                <a:cs typeface="DejaVu Sans"/>
              </a:defRPr>
            </a:defPPr>
          </a:lstStyle>
          <a:p>
            <a:pPr>
              <a:defRPr sz="3225" b="1">
                <a:solidFill>
                  <a:srgbClr val="102F43"/>
                </a:solidFill>
                <a:latin typeface="DejaVu Sans"/>
                <a:ea typeface="DejaVu Sans"/>
                <a:cs typeface="DejaVu Sans"/>
              </a:defRPr>
            </a:pPr>
            <a:r>
              <a:rPr sz="3225" b="1">
                <a:solidFill>
                  <a:srgbClr val="102F43"/>
                </a:solidFill>
                <a:latin typeface="DejaVu Sans"/>
                <a:ea typeface="DejaVu Sans"/>
                <a:cs typeface="DejaVu Sans"/>
              </a:rPr>
              <a:t>NOAA example: West Flower Garden Bank</a:t>
            </a:r>
          </a:p>
        </p:txBody>
      </p:sp>
      <p:sp>
        <p:nvSpPr>
          <p:cNvPr id="3" name="Rectangle 2">
            <a:extLst>
              <a:ext uri="{FF2B5EF4-FFF2-40B4-BE49-F238E27FC236}">
                <a16:creationId xmlns="" xmlns:a16="http://schemas.microsoft.com/office/drawing/2014/main" id="{6D3567AB-600C-4E25-A01B-2A7973060DC2}"/>
              </a:ext>
            </a:extLst>
          </p:cNvPr>
          <p:cNvSpPr>
            <a:spLocks noGrp="1"/>
          </p:cNvSpPr>
          <p:nvPr/>
        </p:nvSpPr>
        <p:spPr>
          <a:xfrm>
            <a:off x="609600" y="6467475"/>
            <a:ext cx="10287000"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Coral Reef Watch  /  Team discussion  /  9 October 2026</a:t>
            </a:r>
          </a:p>
        </p:txBody>
      </p:sp>
      <p:sp>
        <p:nvSpPr>
          <p:cNvPr id="4" name="Rectangle 3">
            <a:extLst>
              <a:ext uri="{FF2B5EF4-FFF2-40B4-BE49-F238E27FC236}">
                <a16:creationId xmlns="" xmlns:a16="http://schemas.microsoft.com/office/drawing/2014/main" id="{2A58D105-0A68-4386-AF5D-E481F52B2C6D}"/>
              </a:ext>
            </a:extLst>
          </p:cNvPr>
          <p:cNvSpPr>
            <a:spLocks noGrp="1"/>
          </p:cNvSpPr>
          <p:nvPr/>
        </p:nvSpPr>
        <p:spPr>
          <a:xfrm>
            <a:off x="11049000" y="6467475"/>
            <a:ext cx="523875" cy="228600"/>
          </a:xfrm>
          <a:prstGeom prst="rect">
            <a:avLst/>
          </a:prstGeom>
          <a:noFill/>
          <a:ln w="0">
            <a:noFill/>
          </a:ln>
        </p:spPr>
        <p:txBody>
          <a:bodyPr wrap="square" lIns="0" tIns="0" rIns="0" bIns="0" anchor="t">
            <a:noAutofit/>
          </a:bodyPr>
          <a:lstStyle>
            <a:defPPr>
              <a:defRPr sz="1050" b="0">
                <a:solidFill>
                  <a:srgbClr val="526C78"/>
                </a:solidFill>
                <a:latin typeface="DejaVu Sans"/>
                <a:ea typeface="DejaVu Sans"/>
                <a:cs typeface="DejaVu Sans"/>
              </a:defRPr>
            </a:defPPr>
          </a:lstStyle>
          <a:p>
            <a:pPr>
              <a:defRPr sz="1050" b="0">
                <a:solidFill>
                  <a:srgbClr val="526C78"/>
                </a:solidFill>
                <a:latin typeface="DejaVu Sans"/>
                <a:ea typeface="DejaVu Sans"/>
                <a:cs typeface="DejaVu Sans"/>
              </a:defRPr>
            </a:pPr>
            <a:r>
              <a:rPr sz="1050" b="0">
                <a:solidFill>
                  <a:srgbClr val="526C78"/>
                </a:solidFill>
                <a:latin typeface="DejaVu Sans"/>
                <a:ea typeface="DejaVu Sans"/>
                <a:cs typeface="DejaVu Sans"/>
              </a:rPr>
              <a:t>14</a:t>
            </a:r>
          </a:p>
        </p:txBody>
      </p:sp>
      <p:sp>
        <p:nvSpPr>
          <p:cNvPr id="5" name="Rectangle 4">
            <a:extLst>
              <a:ext uri="{FF2B5EF4-FFF2-40B4-BE49-F238E27FC236}">
                <a16:creationId xmlns="" xmlns:a16="http://schemas.microsoft.com/office/drawing/2014/main" id="{20C6B9B4-E49D-4DFE-8376-5D7681B398AB}"/>
              </a:ext>
            </a:extLst>
          </p:cNvPr>
          <p:cNvSpPr>
            <a:spLocks noGrp="1"/>
          </p:cNvSpPr>
          <p:nvPr/>
        </p:nvSpPr>
        <p:spPr>
          <a:xfrm>
            <a:off x="609600" y="1628775"/>
            <a:ext cx="10858500" cy="285750"/>
          </a:xfrm>
          <a:prstGeom prst="rect">
            <a:avLst/>
          </a:prstGeom>
          <a:noFill/>
          <a:ln w="0">
            <a:noFill/>
          </a:ln>
        </p:spPr>
        <p:txBody>
          <a:bodyPr wrap="square" lIns="0" tIns="0" rIns="0" bIns="0" anchor="t">
            <a:noAutofit/>
          </a:bodyPr>
          <a:lstStyle>
            <a:defPPr>
              <a:defRPr sz="1350" b="0">
                <a:solidFill>
                  <a:srgbClr val="526C78"/>
                </a:solidFill>
                <a:latin typeface="DejaVu Sans"/>
                <a:ea typeface="DejaVu Sans"/>
                <a:cs typeface="DejaVu Sans"/>
              </a:defRPr>
            </a:defPPr>
          </a:lstStyle>
          <a:p>
            <a:pPr>
              <a:defRPr sz="1350" b="0">
                <a:solidFill>
                  <a:srgbClr val="526C78"/>
                </a:solidFill>
                <a:latin typeface="DejaVu Sans"/>
                <a:ea typeface="DejaVu Sans"/>
                <a:cs typeface="DejaVu Sans"/>
              </a:defRPr>
            </a:pPr>
            <a:r>
              <a:rPr sz="1350" b="0">
                <a:solidFill>
                  <a:srgbClr val="526C78"/>
                </a:solidFill>
                <a:latin typeface="DejaVu Sans"/>
                <a:ea typeface="DejaVu Sans"/>
                <a:cs typeface="DejaVu Sans"/>
              </a:rPr>
              <a:t>NOAA original PNG, unchanged / Downloaded 9 October 2026</a:t>
            </a:r>
          </a:p>
        </p:txBody>
      </p:sp>
      <p:pic>
        <p:nvPicPr>
          <p:cNvPr id="6" name="Picture 5">
            <a:extLst>
              <a:ext uri="{FF2B5EF4-FFF2-40B4-BE49-F238E27FC236}">
                <a16:creationId xmlns="" xmlns:a16="http://schemas.microsoft.com/office/drawing/2014/main" id="{E9982F44-7BB4-4617-8DEF-6BAA52329953}"/>
              </a:ext>
            </a:extLst>
          </p:cNvPr>
          <p:cNvPicPr>
            <a:picLocks noChangeAspect="1"/>
          </p:cNvPicPr>
          <p:nvPr/>
        </p:nvPicPr>
        <p:blipFill>
          <a:blip r:embed="rId3"/>
          <a:stretch/>
        </p:blipFill>
        <p:spPr>
          <a:xfrm>
            <a:off x="2019300" y="1971675"/>
            <a:ext cx="8153400" cy="4076700"/>
          </a:xfrm>
          <a:prstGeom prst="rect">
            <a:avLst/>
          </a:prstGeom>
        </p:spPr>
      </p:pic>
      <p:sp>
        <p:nvSpPr>
          <p:cNvPr id="7" name="Rectangle 6">
            <a:extLst>
              <a:ext uri="{FF2B5EF4-FFF2-40B4-BE49-F238E27FC236}">
                <a16:creationId xmlns="" xmlns:a16="http://schemas.microsoft.com/office/drawing/2014/main" id="{74D8533A-7C2A-4065-B5B0-50E3ABC6D04C}"/>
              </a:ext>
            </a:extLst>
          </p:cNvPr>
          <p:cNvSpPr>
            <a:spLocks noGrp="1"/>
          </p:cNvSpPr>
          <p:nvPr/>
        </p:nvSpPr>
        <p:spPr>
          <a:xfrm>
            <a:off x="609600" y="6162675"/>
            <a:ext cx="285750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a:solidFill>
                  <a:srgbClr val="007F86"/>
                </a:solidFill>
                <a:latin typeface="DejaVu Sans"/>
                <a:ea typeface="DejaVu Sans"/>
                <a:cs typeface="DejaVu Sans"/>
                <a:hlinkClick r:id="rId4"/>
              </a:rPr>
              <a:t>NOAA source page</a:t>
            </a:r>
          </a:p>
        </p:txBody>
      </p:sp>
      <p:sp>
        <p:nvSpPr>
          <p:cNvPr id="8" name="Rectangle 7">
            <a:extLst>
              <a:ext uri="{FF2B5EF4-FFF2-40B4-BE49-F238E27FC236}">
                <a16:creationId xmlns="" xmlns:a16="http://schemas.microsoft.com/office/drawing/2014/main" id="{C8EF7CAA-7B10-4C94-8BD2-B3CC6AE5A7AE}"/>
              </a:ext>
            </a:extLst>
          </p:cNvPr>
          <p:cNvSpPr>
            <a:spLocks noGrp="1"/>
          </p:cNvSpPr>
          <p:nvPr/>
        </p:nvSpPr>
        <p:spPr>
          <a:xfrm>
            <a:off x="3819525" y="6162675"/>
            <a:ext cx="3810000" cy="304800"/>
          </a:xfrm>
          <a:prstGeom prst="rect">
            <a:avLst/>
          </a:prstGeom>
          <a:noFill/>
          <a:ln w="0">
            <a:noFill/>
          </a:ln>
        </p:spPr>
        <p:txBody>
          <a:bodyPr wrap="square" lIns="0" tIns="0" rIns="0" bIns="0" anchor="t">
            <a:noAutofit/>
          </a:bodyPr>
          <a:lstStyle>
            <a:defPPr>
              <a:defRPr sz="1275" b="0">
                <a:solidFill>
                  <a:srgbClr val="007F86"/>
                </a:solidFill>
                <a:latin typeface="DejaVu Sans"/>
                <a:ea typeface="DejaVu Sans"/>
                <a:cs typeface="DejaVu Sans"/>
              </a:defRPr>
            </a:defPPr>
          </a:lstStyle>
          <a:p>
            <a:pPr>
              <a:defRPr sz="1275" b="0">
                <a:solidFill>
                  <a:srgbClr val="007F86"/>
                </a:solidFill>
                <a:latin typeface="DejaVu Sans"/>
                <a:ea typeface="DejaVu Sans"/>
                <a:cs typeface="DejaVu Sans"/>
              </a:defRPr>
            </a:pPr>
            <a:r>
              <a:rPr sz="1275" b="0" u="sng">
                <a:solidFill>
                  <a:srgbClr val="007F86"/>
                </a:solidFill>
                <a:latin typeface="DejaVu Sans"/>
                <a:ea typeface="DejaVu Sans"/>
                <a:cs typeface="DejaVu Sans"/>
                <a:hlinkClick r:id="rId5"/>
              </a:rPr>
              <a:t>Original image file</a:t>
            </a:r>
          </a:p>
        </p:txBody>
      </p:sp>
    </p:spTree>
    <p:extLst>
      <p:ext uri="{BB962C8B-B14F-4D97-AF65-F5344CB8AC3E}">
        <p14:creationId xmlns:p14="http://schemas.microsoft.com/office/powerpoint/2010/main" val="218817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86</TotalTime>
  <Words>1864</Words>
  <Application>Microsoft Office PowerPoint</Application>
  <DocSecurity>0</DocSecurity>
  <PresentationFormat>Widescreen</PresentationFormat>
  <Paragraphs>230</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Calibri Light</vt:lpstr>
      <vt:lpstr>DejaVu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Seann Regan</cp:lastModifiedBy>
  <cp:revision>6</cp:revision>
  <dcterms:created xsi:type="dcterms:W3CDTF">2026-10-09T18:53:37Z</dcterms:created>
  <dcterms:modified xsi:type="dcterms:W3CDTF">2026-10-21T13:54:05Z</dcterms:modified>
</cp:coreProperties>
</file>